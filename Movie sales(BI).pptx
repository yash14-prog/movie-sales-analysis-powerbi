
<file path=[Content_Types].xml><?xml version="1.0" encoding="utf-8"?>
<Types xmlns="http://schemas.openxmlformats.org/package/2006/content-types">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15"/>
  </p:notesMasterIdLst>
  <p:sldIdLst>
    <p:sldId id="296" r:id="rId2"/>
    <p:sldId id="303" r:id="rId3"/>
    <p:sldId id="321" r:id="rId4"/>
    <p:sldId id="333" r:id="rId5"/>
    <p:sldId id="304" r:id="rId6"/>
    <p:sldId id="324" r:id="rId7"/>
    <p:sldId id="332" r:id="rId8"/>
    <p:sldId id="331" r:id="rId9"/>
    <p:sldId id="328" r:id="rId10"/>
    <p:sldId id="329" r:id="rId11"/>
    <p:sldId id="322" r:id="rId12"/>
    <p:sldId id="323" r:id="rId13"/>
    <p:sldId id="327" r:id="rId14"/>
  </p:sldIdLst>
  <p:sldSz cx="9144000" cy="5143500" type="screen16x9"/>
  <p:notesSz cx="6858000" cy="9144000"/>
  <p:embeddedFontLst>
    <p:embeddedFont>
      <p:font typeface="Consolas" panose="020B0609020204030204" pitchFamily="49" charset="0"/>
      <p:regular r:id="rId16"/>
      <p:bold r:id="rId17"/>
      <p:italic r:id="rId18"/>
      <p:boldItalic r:id="rId19"/>
    </p:embeddedFont>
    <p:embeddedFont>
      <p:font typeface="Rajdhani" panose="020B0604020202020204" charset="0"/>
      <p:regular r:id="rId20"/>
      <p:bold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C86866CB-4C8C-42FA-9727-70D7C0BBE518}">
          <p14:sldIdLst>
            <p14:sldId id="296"/>
            <p14:sldId id="303"/>
            <p14:sldId id="321"/>
            <p14:sldId id="333"/>
            <p14:sldId id="304"/>
            <p14:sldId id="324"/>
            <p14:sldId id="332"/>
            <p14:sldId id="331"/>
            <p14:sldId id="328"/>
            <p14:sldId id="329"/>
            <p14:sldId id="322"/>
            <p14:sldId id="323"/>
            <p14:sldId id="327"/>
          </p14:sldIdLst>
        </p14:section>
        <p14:section name="Untitled Section" id="{DA3DB747-D6E4-4E3E-8541-4F55401DC22A}">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14E486-D5E7-4257-B6CD-22F70B7AA6B0}" v="46" dt="2026-01-02T11:36:28.658"/>
  </p1510:revLst>
</p1510:revInfo>
</file>

<file path=ppt/tableStyles.xml><?xml version="1.0" encoding="utf-8"?>
<a:tblStyleLst xmlns:a="http://schemas.openxmlformats.org/drawingml/2006/main" def="{33BDC586-E895-4468-803B-0F13682DEED0}">
  <a:tblStyle styleId="{33BDC586-E895-4468-803B-0F13682DEED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A2C3FB7-6462-492F-B8EE-8202F49A3F56}"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9926835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E67E1-3D5D-CB79-2520-F66C1B2285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08C31B-3E79-5375-8023-BF6108D62E44}"/>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9A4247CA-328A-643A-5544-798BCA3B656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F7DD70B-D23F-D773-02A7-CC6C758606FE}"/>
              </a:ext>
            </a:extLst>
          </p:cNvPr>
          <p:cNvSpPr>
            <a:spLocks noGrp="1"/>
          </p:cNvSpPr>
          <p:nvPr>
            <p:ph type="sldNum" sz="quarter" idx="5"/>
          </p:nvPr>
        </p:nvSpPr>
        <p:spPr/>
        <p:txBody>
          <a:bodyPr/>
          <a:lstStyle/>
          <a:p>
            <a:fld id="{F094EE6C-C5FC-4EB9-B5B4-F40A40705854}" type="slidenum">
              <a:rPr lang="en-IN" smtClean="0"/>
              <a:t>13</a:t>
            </a:fld>
            <a:endParaRPr lang="en-IN"/>
          </a:p>
        </p:txBody>
      </p:sp>
    </p:spTree>
    <p:extLst>
      <p:ext uri="{BB962C8B-B14F-4D97-AF65-F5344CB8AC3E}">
        <p14:creationId xmlns:p14="http://schemas.microsoft.com/office/powerpoint/2010/main" val="6975227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dk2"/>
        </a:solidFill>
        <a:effectLst/>
      </p:bgPr>
    </p:bg>
    <p:spTree>
      <p:nvGrpSpPr>
        <p:cNvPr id="1" name="Shape 58"/>
        <p:cNvGrpSpPr/>
        <p:nvPr/>
      </p:nvGrpSpPr>
      <p:grpSpPr>
        <a:xfrm>
          <a:off x="0" y="0"/>
          <a:ext cx="0" cy="0"/>
          <a:chOff x="0" y="0"/>
          <a:chExt cx="0" cy="0"/>
        </a:xfrm>
      </p:grpSpPr>
      <p:sp>
        <p:nvSpPr>
          <p:cNvPr id="59" name="Google Shape;59;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4000"/>
              <a:buNone/>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a:endParaRPr/>
          </a:p>
        </p:txBody>
      </p:sp>
      <p:sp>
        <p:nvSpPr>
          <p:cNvPr id="60" name="Google Shape;60;p6"/>
          <p:cNvSpPr/>
          <p:nvPr/>
        </p:nvSpPr>
        <p:spPr>
          <a:xfrm flipH="1">
            <a:off x="8520856" y="4433111"/>
            <a:ext cx="352095" cy="453196"/>
          </a:xfrm>
          <a:custGeom>
            <a:avLst/>
            <a:gdLst/>
            <a:ahLst/>
            <a:cxnLst/>
            <a:rect l="l" t="t" r="r" b="b"/>
            <a:pathLst>
              <a:path w="9295" h="11964" extrusionOk="0">
                <a:moveTo>
                  <a:pt x="3948" y="3571"/>
                </a:moveTo>
                <a:cubicBezTo>
                  <a:pt x="4211" y="3571"/>
                  <a:pt x="4449" y="3775"/>
                  <a:pt x="4466" y="4056"/>
                </a:cubicBezTo>
                <a:cubicBezTo>
                  <a:pt x="4486" y="4381"/>
                  <a:pt x="4368" y="4705"/>
                  <a:pt x="4132" y="4941"/>
                </a:cubicBezTo>
                <a:cubicBezTo>
                  <a:pt x="3755" y="5317"/>
                  <a:pt x="3235" y="5523"/>
                  <a:pt x="2700" y="5523"/>
                </a:cubicBezTo>
                <a:cubicBezTo>
                  <a:pt x="2676" y="5523"/>
                  <a:pt x="2651" y="5522"/>
                  <a:pt x="2627" y="5521"/>
                </a:cubicBezTo>
                <a:cubicBezTo>
                  <a:pt x="2666" y="5099"/>
                  <a:pt x="2784" y="4686"/>
                  <a:pt x="2991" y="4312"/>
                </a:cubicBezTo>
                <a:cubicBezTo>
                  <a:pt x="3178" y="3958"/>
                  <a:pt x="3502" y="3673"/>
                  <a:pt x="3797" y="3594"/>
                </a:cubicBezTo>
                <a:cubicBezTo>
                  <a:pt x="3847" y="3578"/>
                  <a:pt x="3898" y="3571"/>
                  <a:pt x="3948" y="3571"/>
                </a:cubicBezTo>
                <a:close/>
                <a:moveTo>
                  <a:pt x="6307" y="6317"/>
                </a:moveTo>
                <a:cubicBezTo>
                  <a:pt x="6461" y="6317"/>
                  <a:pt x="6596" y="6386"/>
                  <a:pt x="6679" y="6515"/>
                </a:cubicBezTo>
                <a:cubicBezTo>
                  <a:pt x="6757" y="6682"/>
                  <a:pt x="6767" y="6869"/>
                  <a:pt x="6698" y="7046"/>
                </a:cubicBezTo>
                <a:cubicBezTo>
                  <a:pt x="6492" y="7695"/>
                  <a:pt x="5872" y="8187"/>
                  <a:pt x="5164" y="8295"/>
                </a:cubicBezTo>
                <a:cubicBezTo>
                  <a:pt x="5184" y="7852"/>
                  <a:pt x="5282" y="7410"/>
                  <a:pt x="5479" y="7007"/>
                </a:cubicBezTo>
                <a:cubicBezTo>
                  <a:pt x="5636" y="6682"/>
                  <a:pt x="5813" y="6475"/>
                  <a:pt x="6020" y="6377"/>
                </a:cubicBezTo>
                <a:cubicBezTo>
                  <a:pt x="6098" y="6338"/>
                  <a:pt x="6197" y="6318"/>
                  <a:pt x="6285" y="6318"/>
                </a:cubicBezTo>
                <a:lnTo>
                  <a:pt x="6275" y="6318"/>
                </a:lnTo>
                <a:cubicBezTo>
                  <a:pt x="6286" y="6317"/>
                  <a:pt x="6296" y="6317"/>
                  <a:pt x="6307" y="6317"/>
                </a:cubicBezTo>
                <a:close/>
                <a:moveTo>
                  <a:pt x="1350" y="1"/>
                </a:moveTo>
                <a:cubicBezTo>
                  <a:pt x="1320" y="1"/>
                  <a:pt x="1288" y="13"/>
                  <a:pt x="1260" y="44"/>
                </a:cubicBezTo>
                <a:cubicBezTo>
                  <a:pt x="483" y="830"/>
                  <a:pt x="40" y="1824"/>
                  <a:pt x="21" y="2797"/>
                </a:cubicBezTo>
                <a:cubicBezTo>
                  <a:pt x="1" y="3879"/>
                  <a:pt x="542" y="4922"/>
                  <a:pt x="1397" y="5443"/>
                </a:cubicBezTo>
                <a:cubicBezTo>
                  <a:pt x="1692" y="5610"/>
                  <a:pt x="2017" y="5728"/>
                  <a:pt x="2351" y="5767"/>
                </a:cubicBezTo>
                <a:cubicBezTo>
                  <a:pt x="2342" y="6161"/>
                  <a:pt x="2410" y="6554"/>
                  <a:pt x="2558" y="6918"/>
                </a:cubicBezTo>
                <a:cubicBezTo>
                  <a:pt x="2922" y="7833"/>
                  <a:pt x="3787" y="8501"/>
                  <a:pt x="4702" y="8570"/>
                </a:cubicBezTo>
                <a:cubicBezTo>
                  <a:pt x="4771" y="8580"/>
                  <a:pt x="4840" y="8580"/>
                  <a:pt x="4908" y="8580"/>
                </a:cubicBezTo>
                <a:cubicBezTo>
                  <a:pt x="4938" y="9318"/>
                  <a:pt x="5203" y="10036"/>
                  <a:pt x="5656" y="10626"/>
                </a:cubicBezTo>
                <a:cubicBezTo>
                  <a:pt x="6344" y="11472"/>
                  <a:pt x="7377" y="11963"/>
                  <a:pt x="8478" y="11963"/>
                </a:cubicBezTo>
                <a:cubicBezTo>
                  <a:pt x="8715" y="11963"/>
                  <a:pt x="8951" y="11944"/>
                  <a:pt x="9187" y="11894"/>
                </a:cubicBezTo>
                <a:cubicBezTo>
                  <a:pt x="9255" y="11875"/>
                  <a:pt x="9295" y="11806"/>
                  <a:pt x="9285" y="11737"/>
                </a:cubicBezTo>
                <a:cubicBezTo>
                  <a:pt x="9268" y="11679"/>
                  <a:pt x="9216" y="11634"/>
                  <a:pt x="9159" y="11634"/>
                </a:cubicBezTo>
                <a:cubicBezTo>
                  <a:pt x="9148" y="11634"/>
                  <a:pt x="9138" y="11636"/>
                  <a:pt x="9128" y="11639"/>
                </a:cubicBezTo>
                <a:cubicBezTo>
                  <a:pt x="8906" y="11683"/>
                  <a:pt x="8683" y="11705"/>
                  <a:pt x="8462" y="11705"/>
                </a:cubicBezTo>
                <a:cubicBezTo>
                  <a:pt x="7459" y="11705"/>
                  <a:pt x="6497" y="11258"/>
                  <a:pt x="5853" y="10468"/>
                </a:cubicBezTo>
                <a:cubicBezTo>
                  <a:pt x="5430" y="9918"/>
                  <a:pt x="5184" y="9249"/>
                  <a:pt x="5164" y="8560"/>
                </a:cubicBezTo>
                <a:cubicBezTo>
                  <a:pt x="5971" y="8442"/>
                  <a:pt x="6698" y="7872"/>
                  <a:pt x="6934" y="7125"/>
                </a:cubicBezTo>
                <a:cubicBezTo>
                  <a:pt x="7023" y="6879"/>
                  <a:pt x="7013" y="6613"/>
                  <a:pt x="6895" y="6377"/>
                </a:cubicBezTo>
                <a:cubicBezTo>
                  <a:pt x="6762" y="6162"/>
                  <a:pt x="6519" y="6065"/>
                  <a:pt x="6279" y="6065"/>
                </a:cubicBezTo>
                <a:cubicBezTo>
                  <a:pt x="6146" y="6065"/>
                  <a:pt x="6014" y="6095"/>
                  <a:pt x="5902" y="6151"/>
                </a:cubicBezTo>
                <a:cubicBezTo>
                  <a:pt x="5636" y="6279"/>
                  <a:pt x="5420" y="6515"/>
                  <a:pt x="5233" y="6898"/>
                </a:cubicBezTo>
                <a:cubicBezTo>
                  <a:pt x="5026" y="7341"/>
                  <a:pt x="4908" y="7833"/>
                  <a:pt x="4899" y="8324"/>
                </a:cubicBezTo>
                <a:cubicBezTo>
                  <a:pt x="4840" y="8324"/>
                  <a:pt x="4781" y="8324"/>
                  <a:pt x="4712" y="8315"/>
                </a:cubicBezTo>
                <a:cubicBezTo>
                  <a:pt x="3895" y="8246"/>
                  <a:pt x="3119" y="7646"/>
                  <a:pt x="2794" y="6830"/>
                </a:cubicBezTo>
                <a:cubicBezTo>
                  <a:pt x="2666" y="6495"/>
                  <a:pt x="2597" y="6141"/>
                  <a:pt x="2607" y="5787"/>
                </a:cubicBezTo>
                <a:lnTo>
                  <a:pt x="2607" y="5787"/>
                </a:lnTo>
                <a:cubicBezTo>
                  <a:pt x="2642" y="5789"/>
                  <a:pt x="2677" y="5790"/>
                  <a:pt x="2712" y="5790"/>
                </a:cubicBezTo>
                <a:cubicBezTo>
                  <a:pt x="3305" y="5790"/>
                  <a:pt x="3882" y="5555"/>
                  <a:pt x="4318" y="5128"/>
                </a:cubicBezTo>
                <a:cubicBezTo>
                  <a:pt x="4594" y="4833"/>
                  <a:pt x="4741" y="4440"/>
                  <a:pt x="4712" y="4027"/>
                </a:cubicBezTo>
                <a:cubicBezTo>
                  <a:pt x="4678" y="3619"/>
                  <a:pt x="4335" y="3317"/>
                  <a:pt x="3945" y="3317"/>
                </a:cubicBezTo>
                <a:cubicBezTo>
                  <a:pt x="3874" y="3317"/>
                  <a:pt x="3801" y="3327"/>
                  <a:pt x="3728" y="3348"/>
                </a:cubicBezTo>
                <a:cubicBezTo>
                  <a:pt x="3364" y="3446"/>
                  <a:pt x="2981" y="3781"/>
                  <a:pt x="2755" y="4194"/>
                </a:cubicBezTo>
                <a:cubicBezTo>
                  <a:pt x="2538" y="4607"/>
                  <a:pt x="2410" y="5049"/>
                  <a:pt x="2361" y="5502"/>
                </a:cubicBezTo>
                <a:cubicBezTo>
                  <a:pt x="2076" y="5462"/>
                  <a:pt x="1791" y="5374"/>
                  <a:pt x="1535" y="5217"/>
                </a:cubicBezTo>
                <a:cubicBezTo>
                  <a:pt x="748" y="4745"/>
                  <a:pt x="257" y="3800"/>
                  <a:pt x="276" y="2797"/>
                </a:cubicBezTo>
                <a:cubicBezTo>
                  <a:pt x="296" y="1892"/>
                  <a:pt x="719" y="958"/>
                  <a:pt x="1437" y="221"/>
                </a:cubicBezTo>
                <a:cubicBezTo>
                  <a:pt x="1534" y="131"/>
                  <a:pt x="1449" y="1"/>
                  <a:pt x="135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6"/>
          <p:cNvSpPr/>
          <p:nvPr/>
        </p:nvSpPr>
        <p:spPr>
          <a:xfrm flipH="1">
            <a:off x="4748660" y="4775964"/>
            <a:ext cx="246675" cy="155422"/>
          </a:xfrm>
          <a:custGeom>
            <a:avLst/>
            <a:gdLst/>
            <a:ahLst/>
            <a:cxnLst/>
            <a:rect l="l" t="t" r="r" b="b"/>
            <a:pathLst>
              <a:path w="6512" h="4103" extrusionOk="0">
                <a:moveTo>
                  <a:pt x="3266" y="1191"/>
                </a:moveTo>
                <a:cubicBezTo>
                  <a:pt x="3885" y="1466"/>
                  <a:pt x="4318" y="2057"/>
                  <a:pt x="4406" y="2735"/>
                </a:cubicBezTo>
                <a:cubicBezTo>
                  <a:pt x="4436" y="2991"/>
                  <a:pt x="4387" y="3266"/>
                  <a:pt x="4259" y="3492"/>
                </a:cubicBezTo>
                <a:cubicBezTo>
                  <a:pt x="4131" y="3709"/>
                  <a:pt x="3895" y="3837"/>
                  <a:pt x="3649" y="3837"/>
                </a:cubicBezTo>
                <a:cubicBezTo>
                  <a:pt x="3226" y="3817"/>
                  <a:pt x="2951" y="3315"/>
                  <a:pt x="2902" y="2834"/>
                </a:cubicBezTo>
                <a:cubicBezTo>
                  <a:pt x="2833" y="2263"/>
                  <a:pt x="2961" y="1683"/>
                  <a:pt x="3266" y="1191"/>
                </a:cubicBezTo>
                <a:close/>
                <a:moveTo>
                  <a:pt x="4913" y="1"/>
                </a:moveTo>
                <a:cubicBezTo>
                  <a:pt x="4515" y="1"/>
                  <a:pt x="4112" y="106"/>
                  <a:pt x="3767" y="326"/>
                </a:cubicBezTo>
                <a:cubicBezTo>
                  <a:pt x="3541" y="473"/>
                  <a:pt x="3344" y="660"/>
                  <a:pt x="3177" y="876"/>
                </a:cubicBezTo>
                <a:lnTo>
                  <a:pt x="3118" y="857"/>
                </a:lnTo>
                <a:cubicBezTo>
                  <a:pt x="2913" y="801"/>
                  <a:pt x="2705" y="774"/>
                  <a:pt x="2498" y="774"/>
                </a:cubicBezTo>
                <a:cubicBezTo>
                  <a:pt x="1861" y="774"/>
                  <a:pt x="1240" y="1031"/>
                  <a:pt x="787" y="1506"/>
                </a:cubicBezTo>
                <a:cubicBezTo>
                  <a:pt x="207" y="2145"/>
                  <a:pt x="0" y="3040"/>
                  <a:pt x="227" y="3866"/>
                </a:cubicBezTo>
                <a:cubicBezTo>
                  <a:pt x="250" y="3920"/>
                  <a:pt x="296" y="3944"/>
                  <a:pt x="342" y="3944"/>
                </a:cubicBezTo>
                <a:cubicBezTo>
                  <a:pt x="413" y="3944"/>
                  <a:pt x="484" y="3887"/>
                  <a:pt x="473" y="3797"/>
                </a:cubicBezTo>
                <a:cubicBezTo>
                  <a:pt x="266" y="3050"/>
                  <a:pt x="453" y="2253"/>
                  <a:pt x="974" y="1683"/>
                </a:cubicBezTo>
                <a:cubicBezTo>
                  <a:pt x="1371" y="1264"/>
                  <a:pt x="1921" y="1033"/>
                  <a:pt x="2486" y="1033"/>
                </a:cubicBezTo>
                <a:cubicBezTo>
                  <a:pt x="2664" y="1033"/>
                  <a:pt x="2843" y="1056"/>
                  <a:pt x="3020" y="1103"/>
                </a:cubicBezTo>
                <a:cubicBezTo>
                  <a:pt x="2705" y="1634"/>
                  <a:pt x="2567" y="2253"/>
                  <a:pt x="2646" y="2873"/>
                </a:cubicBezTo>
                <a:cubicBezTo>
                  <a:pt x="2705" y="3433"/>
                  <a:pt x="3049" y="4063"/>
                  <a:pt x="3639" y="4102"/>
                </a:cubicBezTo>
                <a:lnTo>
                  <a:pt x="3679" y="4102"/>
                </a:lnTo>
                <a:cubicBezTo>
                  <a:pt x="4013" y="4092"/>
                  <a:pt x="4308" y="3915"/>
                  <a:pt x="4485" y="3630"/>
                </a:cubicBezTo>
                <a:cubicBezTo>
                  <a:pt x="4642" y="3355"/>
                  <a:pt x="4711" y="3030"/>
                  <a:pt x="4672" y="2715"/>
                </a:cubicBezTo>
                <a:cubicBezTo>
                  <a:pt x="4583" y="1958"/>
                  <a:pt x="4111" y="1299"/>
                  <a:pt x="3423" y="975"/>
                </a:cubicBezTo>
                <a:cubicBezTo>
                  <a:pt x="3561" y="808"/>
                  <a:pt x="3728" y="660"/>
                  <a:pt x="3905" y="542"/>
                </a:cubicBezTo>
                <a:cubicBezTo>
                  <a:pt x="4210" y="348"/>
                  <a:pt x="4566" y="254"/>
                  <a:pt x="4917" y="254"/>
                </a:cubicBezTo>
                <a:cubicBezTo>
                  <a:pt x="5437" y="254"/>
                  <a:pt x="5944" y="459"/>
                  <a:pt x="6255" y="847"/>
                </a:cubicBezTo>
                <a:cubicBezTo>
                  <a:pt x="6283" y="880"/>
                  <a:pt x="6321" y="898"/>
                  <a:pt x="6359" y="898"/>
                </a:cubicBezTo>
                <a:cubicBezTo>
                  <a:pt x="6388" y="898"/>
                  <a:pt x="6417" y="888"/>
                  <a:pt x="6442" y="867"/>
                </a:cubicBezTo>
                <a:cubicBezTo>
                  <a:pt x="6501" y="827"/>
                  <a:pt x="6511" y="739"/>
                  <a:pt x="6462" y="690"/>
                </a:cubicBezTo>
                <a:cubicBezTo>
                  <a:pt x="6101" y="240"/>
                  <a:pt x="5513" y="1"/>
                  <a:pt x="49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6"/>
          <p:cNvSpPr/>
          <p:nvPr/>
        </p:nvSpPr>
        <p:spPr>
          <a:xfrm flipH="1">
            <a:off x="6911417" y="307289"/>
            <a:ext cx="257508" cy="137732"/>
          </a:xfrm>
          <a:custGeom>
            <a:avLst/>
            <a:gdLst/>
            <a:ahLst/>
            <a:cxnLst/>
            <a:rect l="l" t="t" r="r" b="b"/>
            <a:pathLst>
              <a:path w="6798" h="3636" extrusionOk="0">
                <a:moveTo>
                  <a:pt x="3296" y="1118"/>
                </a:moveTo>
                <a:cubicBezTo>
                  <a:pt x="3503" y="1511"/>
                  <a:pt x="3562" y="1964"/>
                  <a:pt x="3473" y="2397"/>
                </a:cubicBezTo>
                <a:cubicBezTo>
                  <a:pt x="3385" y="2810"/>
                  <a:pt x="3089" y="3272"/>
                  <a:pt x="2647" y="3370"/>
                </a:cubicBezTo>
                <a:cubicBezTo>
                  <a:pt x="2617" y="3377"/>
                  <a:pt x="2587" y="3380"/>
                  <a:pt x="2556" y="3380"/>
                </a:cubicBezTo>
                <a:cubicBezTo>
                  <a:pt x="2495" y="3380"/>
                  <a:pt x="2434" y="3367"/>
                  <a:pt x="2381" y="3341"/>
                </a:cubicBezTo>
                <a:cubicBezTo>
                  <a:pt x="2254" y="3262"/>
                  <a:pt x="2234" y="3065"/>
                  <a:pt x="2234" y="2947"/>
                </a:cubicBezTo>
                <a:cubicBezTo>
                  <a:pt x="2224" y="2328"/>
                  <a:pt x="2578" y="1679"/>
                  <a:pt x="3178" y="1216"/>
                </a:cubicBezTo>
                <a:cubicBezTo>
                  <a:pt x="3217" y="1187"/>
                  <a:pt x="3257" y="1157"/>
                  <a:pt x="3296" y="1118"/>
                </a:cubicBezTo>
                <a:close/>
                <a:moveTo>
                  <a:pt x="2120" y="0"/>
                </a:moveTo>
                <a:cubicBezTo>
                  <a:pt x="1852" y="0"/>
                  <a:pt x="1582" y="70"/>
                  <a:pt x="1349" y="203"/>
                </a:cubicBezTo>
                <a:cubicBezTo>
                  <a:pt x="601" y="597"/>
                  <a:pt x="110" y="1334"/>
                  <a:pt x="11" y="2161"/>
                </a:cubicBezTo>
                <a:cubicBezTo>
                  <a:pt x="1" y="2256"/>
                  <a:pt x="71" y="2309"/>
                  <a:pt x="140" y="2309"/>
                </a:cubicBezTo>
                <a:cubicBezTo>
                  <a:pt x="199" y="2309"/>
                  <a:pt x="258" y="2271"/>
                  <a:pt x="267" y="2190"/>
                </a:cubicBezTo>
                <a:cubicBezTo>
                  <a:pt x="355" y="1443"/>
                  <a:pt x="808" y="794"/>
                  <a:pt x="1467" y="430"/>
                </a:cubicBezTo>
                <a:cubicBezTo>
                  <a:pt x="1673" y="318"/>
                  <a:pt x="1902" y="259"/>
                  <a:pt x="2134" y="259"/>
                </a:cubicBezTo>
                <a:cubicBezTo>
                  <a:pt x="2167" y="259"/>
                  <a:pt x="2200" y="260"/>
                  <a:pt x="2234" y="262"/>
                </a:cubicBezTo>
                <a:cubicBezTo>
                  <a:pt x="2529" y="312"/>
                  <a:pt x="2785" y="459"/>
                  <a:pt x="2981" y="676"/>
                </a:cubicBezTo>
                <a:cubicBezTo>
                  <a:pt x="3050" y="744"/>
                  <a:pt x="3109" y="823"/>
                  <a:pt x="3168" y="902"/>
                </a:cubicBezTo>
                <a:cubicBezTo>
                  <a:pt x="3119" y="941"/>
                  <a:pt x="3070" y="971"/>
                  <a:pt x="3021" y="1010"/>
                </a:cubicBezTo>
                <a:cubicBezTo>
                  <a:pt x="2362" y="1521"/>
                  <a:pt x="1968" y="2249"/>
                  <a:pt x="1968" y="2947"/>
                </a:cubicBezTo>
                <a:cubicBezTo>
                  <a:pt x="1978" y="3242"/>
                  <a:pt x="2077" y="3459"/>
                  <a:pt x="2254" y="3567"/>
                </a:cubicBezTo>
                <a:cubicBezTo>
                  <a:pt x="2332" y="3616"/>
                  <a:pt x="2431" y="3636"/>
                  <a:pt x="2529" y="3636"/>
                </a:cubicBezTo>
                <a:cubicBezTo>
                  <a:pt x="2588" y="3636"/>
                  <a:pt x="2637" y="3636"/>
                  <a:pt x="2696" y="3626"/>
                </a:cubicBezTo>
                <a:cubicBezTo>
                  <a:pt x="3296" y="3498"/>
                  <a:pt x="3621" y="2918"/>
                  <a:pt x="3719" y="2456"/>
                </a:cubicBezTo>
                <a:cubicBezTo>
                  <a:pt x="3827" y="1964"/>
                  <a:pt x="3748" y="1443"/>
                  <a:pt x="3512" y="990"/>
                </a:cubicBezTo>
                <a:cubicBezTo>
                  <a:pt x="3793" y="820"/>
                  <a:pt x="4110" y="738"/>
                  <a:pt x="4439" y="738"/>
                </a:cubicBezTo>
                <a:cubicBezTo>
                  <a:pt x="4490" y="738"/>
                  <a:pt x="4542" y="740"/>
                  <a:pt x="4594" y="744"/>
                </a:cubicBezTo>
                <a:cubicBezTo>
                  <a:pt x="4909" y="794"/>
                  <a:pt x="5204" y="921"/>
                  <a:pt x="5450" y="1128"/>
                </a:cubicBezTo>
                <a:cubicBezTo>
                  <a:pt x="6178" y="1688"/>
                  <a:pt x="6512" y="2672"/>
                  <a:pt x="6246" y="3469"/>
                </a:cubicBezTo>
                <a:cubicBezTo>
                  <a:pt x="6217" y="3528"/>
                  <a:pt x="6256" y="3606"/>
                  <a:pt x="6325" y="3626"/>
                </a:cubicBezTo>
                <a:cubicBezTo>
                  <a:pt x="6341" y="3633"/>
                  <a:pt x="6357" y="3636"/>
                  <a:pt x="6373" y="3636"/>
                </a:cubicBezTo>
                <a:cubicBezTo>
                  <a:pt x="6427" y="3636"/>
                  <a:pt x="6477" y="3600"/>
                  <a:pt x="6492" y="3547"/>
                </a:cubicBezTo>
                <a:cubicBezTo>
                  <a:pt x="6797" y="2652"/>
                  <a:pt x="6423" y="1551"/>
                  <a:pt x="5607" y="921"/>
                </a:cubicBezTo>
                <a:cubicBezTo>
                  <a:pt x="5322" y="685"/>
                  <a:pt x="4988" y="538"/>
                  <a:pt x="4624" y="489"/>
                </a:cubicBezTo>
                <a:cubicBezTo>
                  <a:pt x="4551" y="480"/>
                  <a:pt x="4478" y="476"/>
                  <a:pt x="4405" y="476"/>
                </a:cubicBezTo>
                <a:cubicBezTo>
                  <a:pt x="4047" y="476"/>
                  <a:pt x="3695" y="576"/>
                  <a:pt x="3385" y="764"/>
                </a:cubicBezTo>
                <a:cubicBezTo>
                  <a:pt x="3326" y="666"/>
                  <a:pt x="3247" y="577"/>
                  <a:pt x="3168" y="498"/>
                </a:cubicBezTo>
                <a:cubicBezTo>
                  <a:pt x="2932" y="233"/>
                  <a:pt x="2617" y="56"/>
                  <a:pt x="2263" y="7"/>
                </a:cubicBezTo>
                <a:cubicBezTo>
                  <a:pt x="2216" y="2"/>
                  <a:pt x="2168" y="0"/>
                  <a:pt x="21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6"/>
          <p:cNvSpPr/>
          <p:nvPr/>
        </p:nvSpPr>
        <p:spPr>
          <a:xfrm rot="-3391622" flipH="1">
            <a:off x="1502177" y="188927"/>
            <a:ext cx="246675" cy="155422"/>
          </a:xfrm>
          <a:custGeom>
            <a:avLst/>
            <a:gdLst/>
            <a:ahLst/>
            <a:cxnLst/>
            <a:rect l="l" t="t" r="r" b="b"/>
            <a:pathLst>
              <a:path w="6512" h="4103" extrusionOk="0">
                <a:moveTo>
                  <a:pt x="3266" y="1191"/>
                </a:moveTo>
                <a:cubicBezTo>
                  <a:pt x="3885" y="1466"/>
                  <a:pt x="4318" y="2057"/>
                  <a:pt x="4406" y="2735"/>
                </a:cubicBezTo>
                <a:cubicBezTo>
                  <a:pt x="4436" y="2991"/>
                  <a:pt x="4387" y="3266"/>
                  <a:pt x="4259" y="3492"/>
                </a:cubicBezTo>
                <a:cubicBezTo>
                  <a:pt x="4131" y="3709"/>
                  <a:pt x="3895" y="3837"/>
                  <a:pt x="3649" y="3837"/>
                </a:cubicBezTo>
                <a:cubicBezTo>
                  <a:pt x="3226" y="3817"/>
                  <a:pt x="2951" y="3315"/>
                  <a:pt x="2902" y="2834"/>
                </a:cubicBezTo>
                <a:cubicBezTo>
                  <a:pt x="2833" y="2263"/>
                  <a:pt x="2961" y="1683"/>
                  <a:pt x="3266" y="1191"/>
                </a:cubicBezTo>
                <a:close/>
                <a:moveTo>
                  <a:pt x="4913" y="1"/>
                </a:moveTo>
                <a:cubicBezTo>
                  <a:pt x="4515" y="1"/>
                  <a:pt x="4112" y="106"/>
                  <a:pt x="3767" y="326"/>
                </a:cubicBezTo>
                <a:cubicBezTo>
                  <a:pt x="3541" y="473"/>
                  <a:pt x="3344" y="660"/>
                  <a:pt x="3177" y="876"/>
                </a:cubicBezTo>
                <a:lnTo>
                  <a:pt x="3118" y="857"/>
                </a:lnTo>
                <a:cubicBezTo>
                  <a:pt x="2913" y="801"/>
                  <a:pt x="2705" y="774"/>
                  <a:pt x="2498" y="774"/>
                </a:cubicBezTo>
                <a:cubicBezTo>
                  <a:pt x="1861" y="774"/>
                  <a:pt x="1240" y="1031"/>
                  <a:pt x="787" y="1506"/>
                </a:cubicBezTo>
                <a:cubicBezTo>
                  <a:pt x="207" y="2145"/>
                  <a:pt x="0" y="3040"/>
                  <a:pt x="227" y="3866"/>
                </a:cubicBezTo>
                <a:cubicBezTo>
                  <a:pt x="250" y="3920"/>
                  <a:pt x="296" y="3944"/>
                  <a:pt x="342" y="3944"/>
                </a:cubicBezTo>
                <a:cubicBezTo>
                  <a:pt x="413" y="3944"/>
                  <a:pt x="484" y="3887"/>
                  <a:pt x="473" y="3797"/>
                </a:cubicBezTo>
                <a:cubicBezTo>
                  <a:pt x="266" y="3050"/>
                  <a:pt x="453" y="2253"/>
                  <a:pt x="974" y="1683"/>
                </a:cubicBezTo>
                <a:cubicBezTo>
                  <a:pt x="1371" y="1264"/>
                  <a:pt x="1921" y="1033"/>
                  <a:pt x="2486" y="1033"/>
                </a:cubicBezTo>
                <a:cubicBezTo>
                  <a:pt x="2664" y="1033"/>
                  <a:pt x="2843" y="1056"/>
                  <a:pt x="3020" y="1103"/>
                </a:cubicBezTo>
                <a:cubicBezTo>
                  <a:pt x="2705" y="1634"/>
                  <a:pt x="2567" y="2253"/>
                  <a:pt x="2646" y="2873"/>
                </a:cubicBezTo>
                <a:cubicBezTo>
                  <a:pt x="2705" y="3433"/>
                  <a:pt x="3049" y="4063"/>
                  <a:pt x="3639" y="4102"/>
                </a:cubicBezTo>
                <a:lnTo>
                  <a:pt x="3679" y="4102"/>
                </a:lnTo>
                <a:cubicBezTo>
                  <a:pt x="4013" y="4092"/>
                  <a:pt x="4308" y="3915"/>
                  <a:pt x="4485" y="3630"/>
                </a:cubicBezTo>
                <a:cubicBezTo>
                  <a:pt x="4642" y="3355"/>
                  <a:pt x="4711" y="3030"/>
                  <a:pt x="4672" y="2715"/>
                </a:cubicBezTo>
                <a:cubicBezTo>
                  <a:pt x="4583" y="1958"/>
                  <a:pt x="4111" y="1299"/>
                  <a:pt x="3423" y="975"/>
                </a:cubicBezTo>
                <a:cubicBezTo>
                  <a:pt x="3561" y="808"/>
                  <a:pt x="3728" y="660"/>
                  <a:pt x="3905" y="542"/>
                </a:cubicBezTo>
                <a:cubicBezTo>
                  <a:pt x="4210" y="348"/>
                  <a:pt x="4566" y="254"/>
                  <a:pt x="4917" y="254"/>
                </a:cubicBezTo>
                <a:cubicBezTo>
                  <a:pt x="5437" y="254"/>
                  <a:pt x="5944" y="459"/>
                  <a:pt x="6255" y="847"/>
                </a:cubicBezTo>
                <a:cubicBezTo>
                  <a:pt x="6283" y="880"/>
                  <a:pt x="6321" y="898"/>
                  <a:pt x="6359" y="898"/>
                </a:cubicBezTo>
                <a:cubicBezTo>
                  <a:pt x="6388" y="898"/>
                  <a:pt x="6417" y="888"/>
                  <a:pt x="6442" y="867"/>
                </a:cubicBezTo>
                <a:cubicBezTo>
                  <a:pt x="6501" y="827"/>
                  <a:pt x="6511" y="739"/>
                  <a:pt x="6462" y="690"/>
                </a:cubicBezTo>
                <a:cubicBezTo>
                  <a:pt x="6101" y="240"/>
                  <a:pt x="5513" y="1"/>
                  <a:pt x="49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6"/>
          <p:cNvSpPr/>
          <p:nvPr/>
        </p:nvSpPr>
        <p:spPr>
          <a:xfrm rot="2576285" flipH="1">
            <a:off x="1944590" y="4565303"/>
            <a:ext cx="352106" cy="453211"/>
          </a:xfrm>
          <a:custGeom>
            <a:avLst/>
            <a:gdLst/>
            <a:ahLst/>
            <a:cxnLst/>
            <a:rect l="l" t="t" r="r" b="b"/>
            <a:pathLst>
              <a:path w="9295" h="11964" extrusionOk="0">
                <a:moveTo>
                  <a:pt x="3948" y="3571"/>
                </a:moveTo>
                <a:cubicBezTo>
                  <a:pt x="4211" y="3571"/>
                  <a:pt x="4449" y="3775"/>
                  <a:pt x="4466" y="4056"/>
                </a:cubicBezTo>
                <a:cubicBezTo>
                  <a:pt x="4486" y="4381"/>
                  <a:pt x="4368" y="4705"/>
                  <a:pt x="4132" y="4941"/>
                </a:cubicBezTo>
                <a:cubicBezTo>
                  <a:pt x="3755" y="5317"/>
                  <a:pt x="3235" y="5523"/>
                  <a:pt x="2700" y="5523"/>
                </a:cubicBezTo>
                <a:cubicBezTo>
                  <a:pt x="2676" y="5523"/>
                  <a:pt x="2651" y="5522"/>
                  <a:pt x="2627" y="5521"/>
                </a:cubicBezTo>
                <a:cubicBezTo>
                  <a:pt x="2666" y="5099"/>
                  <a:pt x="2784" y="4686"/>
                  <a:pt x="2991" y="4312"/>
                </a:cubicBezTo>
                <a:cubicBezTo>
                  <a:pt x="3178" y="3958"/>
                  <a:pt x="3502" y="3673"/>
                  <a:pt x="3797" y="3594"/>
                </a:cubicBezTo>
                <a:cubicBezTo>
                  <a:pt x="3847" y="3578"/>
                  <a:pt x="3898" y="3571"/>
                  <a:pt x="3948" y="3571"/>
                </a:cubicBezTo>
                <a:close/>
                <a:moveTo>
                  <a:pt x="6307" y="6317"/>
                </a:moveTo>
                <a:cubicBezTo>
                  <a:pt x="6461" y="6317"/>
                  <a:pt x="6596" y="6386"/>
                  <a:pt x="6679" y="6515"/>
                </a:cubicBezTo>
                <a:cubicBezTo>
                  <a:pt x="6757" y="6682"/>
                  <a:pt x="6767" y="6869"/>
                  <a:pt x="6698" y="7046"/>
                </a:cubicBezTo>
                <a:cubicBezTo>
                  <a:pt x="6492" y="7695"/>
                  <a:pt x="5872" y="8187"/>
                  <a:pt x="5164" y="8295"/>
                </a:cubicBezTo>
                <a:cubicBezTo>
                  <a:pt x="5184" y="7852"/>
                  <a:pt x="5282" y="7410"/>
                  <a:pt x="5479" y="7007"/>
                </a:cubicBezTo>
                <a:cubicBezTo>
                  <a:pt x="5636" y="6682"/>
                  <a:pt x="5813" y="6475"/>
                  <a:pt x="6020" y="6377"/>
                </a:cubicBezTo>
                <a:cubicBezTo>
                  <a:pt x="6098" y="6338"/>
                  <a:pt x="6197" y="6318"/>
                  <a:pt x="6285" y="6318"/>
                </a:cubicBezTo>
                <a:lnTo>
                  <a:pt x="6275" y="6318"/>
                </a:lnTo>
                <a:cubicBezTo>
                  <a:pt x="6286" y="6317"/>
                  <a:pt x="6296" y="6317"/>
                  <a:pt x="6307" y="6317"/>
                </a:cubicBezTo>
                <a:close/>
                <a:moveTo>
                  <a:pt x="1350" y="1"/>
                </a:moveTo>
                <a:cubicBezTo>
                  <a:pt x="1320" y="1"/>
                  <a:pt x="1288" y="13"/>
                  <a:pt x="1260" y="44"/>
                </a:cubicBezTo>
                <a:cubicBezTo>
                  <a:pt x="483" y="830"/>
                  <a:pt x="40" y="1824"/>
                  <a:pt x="21" y="2797"/>
                </a:cubicBezTo>
                <a:cubicBezTo>
                  <a:pt x="1" y="3879"/>
                  <a:pt x="542" y="4922"/>
                  <a:pt x="1397" y="5443"/>
                </a:cubicBezTo>
                <a:cubicBezTo>
                  <a:pt x="1692" y="5610"/>
                  <a:pt x="2017" y="5728"/>
                  <a:pt x="2351" y="5767"/>
                </a:cubicBezTo>
                <a:cubicBezTo>
                  <a:pt x="2342" y="6161"/>
                  <a:pt x="2410" y="6554"/>
                  <a:pt x="2558" y="6918"/>
                </a:cubicBezTo>
                <a:cubicBezTo>
                  <a:pt x="2922" y="7833"/>
                  <a:pt x="3787" y="8501"/>
                  <a:pt x="4702" y="8570"/>
                </a:cubicBezTo>
                <a:cubicBezTo>
                  <a:pt x="4771" y="8580"/>
                  <a:pt x="4840" y="8580"/>
                  <a:pt x="4908" y="8580"/>
                </a:cubicBezTo>
                <a:cubicBezTo>
                  <a:pt x="4938" y="9318"/>
                  <a:pt x="5203" y="10036"/>
                  <a:pt x="5656" y="10626"/>
                </a:cubicBezTo>
                <a:cubicBezTo>
                  <a:pt x="6344" y="11472"/>
                  <a:pt x="7377" y="11963"/>
                  <a:pt x="8478" y="11963"/>
                </a:cubicBezTo>
                <a:cubicBezTo>
                  <a:pt x="8715" y="11963"/>
                  <a:pt x="8951" y="11944"/>
                  <a:pt x="9187" y="11894"/>
                </a:cubicBezTo>
                <a:cubicBezTo>
                  <a:pt x="9255" y="11875"/>
                  <a:pt x="9295" y="11806"/>
                  <a:pt x="9285" y="11737"/>
                </a:cubicBezTo>
                <a:cubicBezTo>
                  <a:pt x="9268" y="11679"/>
                  <a:pt x="9216" y="11634"/>
                  <a:pt x="9159" y="11634"/>
                </a:cubicBezTo>
                <a:cubicBezTo>
                  <a:pt x="9148" y="11634"/>
                  <a:pt x="9138" y="11636"/>
                  <a:pt x="9128" y="11639"/>
                </a:cubicBezTo>
                <a:cubicBezTo>
                  <a:pt x="8906" y="11683"/>
                  <a:pt x="8683" y="11705"/>
                  <a:pt x="8462" y="11705"/>
                </a:cubicBezTo>
                <a:cubicBezTo>
                  <a:pt x="7459" y="11705"/>
                  <a:pt x="6497" y="11258"/>
                  <a:pt x="5853" y="10468"/>
                </a:cubicBezTo>
                <a:cubicBezTo>
                  <a:pt x="5430" y="9918"/>
                  <a:pt x="5184" y="9249"/>
                  <a:pt x="5164" y="8560"/>
                </a:cubicBezTo>
                <a:cubicBezTo>
                  <a:pt x="5971" y="8442"/>
                  <a:pt x="6698" y="7872"/>
                  <a:pt x="6934" y="7125"/>
                </a:cubicBezTo>
                <a:cubicBezTo>
                  <a:pt x="7023" y="6879"/>
                  <a:pt x="7013" y="6613"/>
                  <a:pt x="6895" y="6377"/>
                </a:cubicBezTo>
                <a:cubicBezTo>
                  <a:pt x="6762" y="6162"/>
                  <a:pt x="6519" y="6065"/>
                  <a:pt x="6279" y="6065"/>
                </a:cubicBezTo>
                <a:cubicBezTo>
                  <a:pt x="6146" y="6065"/>
                  <a:pt x="6014" y="6095"/>
                  <a:pt x="5902" y="6151"/>
                </a:cubicBezTo>
                <a:cubicBezTo>
                  <a:pt x="5636" y="6279"/>
                  <a:pt x="5420" y="6515"/>
                  <a:pt x="5233" y="6898"/>
                </a:cubicBezTo>
                <a:cubicBezTo>
                  <a:pt x="5026" y="7341"/>
                  <a:pt x="4908" y="7833"/>
                  <a:pt x="4899" y="8324"/>
                </a:cubicBezTo>
                <a:cubicBezTo>
                  <a:pt x="4840" y="8324"/>
                  <a:pt x="4781" y="8324"/>
                  <a:pt x="4712" y="8315"/>
                </a:cubicBezTo>
                <a:cubicBezTo>
                  <a:pt x="3895" y="8246"/>
                  <a:pt x="3119" y="7646"/>
                  <a:pt x="2794" y="6830"/>
                </a:cubicBezTo>
                <a:cubicBezTo>
                  <a:pt x="2666" y="6495"/>
                  <a:pt x="2597" y="6141"/>
                  <a:pt x="2607" y="5787"/>
                </a:cubicBezTo>
                <a:lnTo>
                  <a:pt x="2607" y="5787"/>
                </a:lnTo>
                <a:cubicBezTo>
                  <a:pt x="2642" y="5789"/>
                  <a:pt x="2677" y="5790"/>
                  <a:pt x="2712" y="5790"/>
                </a:cubicBezTo>
                <a:cubicBezTo>
                  <a:pt x="3305" y="5790"/>
                  <a:pt x="3882" y="5555"/>
                  <a:pt x="4318" y="5128"/>
                </a:cubicBezTo>
                <a:cubicBezTo>
                  <a:pt x="4594" y="4833"/>
                  <a:pt x="4741" y="4440"/>
                  <a:pt x="4712" y="4027"/>
                </a:cubicBezTo>
                <a:cubicBezTo>
                  <a:pt x="4678" y="3619"/>
                  <a:pt x="4335" y="3317"/>
                  <a:pt x="3945" y="3317"/>
                </a:cubicBezTo>
                <a:cubicBezTo>
                  <a:pt x="3874" y="3317"/>
                  <a:pt x="3801" y="3327"/>
                  <a:pt x="3728" y="3348"/>
                </a:cubicBezTo>
                <a:cubicBezTo>
                  <a:pt x="3364" y="3446"/>
                  <a:pt x="2981" y="3781"/>
                  <a:pt x="2755" y="4194"/>
                </a:cubicBezTo>
                <a:cubicBezTo>
                  <a:pt x="2538" y="4607"/>
                  <a:pt x="2410" y="5049"/>
                  <a:pt x="2361" y="5502"/>
                </a:cubicBezTo>
                <a:cubicBezTo>
                  <a:pt x="2076" y="5462"/>
                  <a:pt x="1791" y="5374"/>
                  <a:pt x="1535" y="5217"/>
                </a:cubicBezTo>
                <a:cubicBezTo>
                  <a:pt x="748" y="4745"/>
                  <a:pt x="257" y="3800"/>
                  <a:pt x="276" y="2797"/>
                </a:cubicBezTo>
                <a:cubicBezTo>
                  <a:pt x="296" y="1892"/>
                  <a:pt x="719" y="958"/>
                  <a:pt x="1437" y="221"/>
                </a:cubicBezTo>
                <a:cubicBezTo>
                  <a:pt x="1534" y="131"/>
                  <a:pt x="1449" y="1"/>
                  <a:pt x="135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6"/>
          <p:cNvSpPr/>
          <p:nvPr/>
        </p:nvSpPr>
        <p:spPr>
          <a:xfrm rot="-7413790" flipH="1">
            <a:off x="116621" y="794280"/>
            <a:ext cx="246678" cy="155424"/>
          </a:xfrm>
          <a:custGeom>
            <a:avLst/>
            <a:gdLst/>
            <a:ahLst/>
            <a:cxnLst/>
            <a:rect l="l" t="t" r="r" b="b"/>
            <a:pathLst>
              <a:path w="6512" h="4103" extrusionOk="0">
                <a:moveTo>
                  <a:pt x="3266" y="1191"/>
                </a:moveTo>
                <a:cubicBezTo>
                  <a:pt x="3885" y="1466"/>
                  <a:pt x="4318" y="2057"/>
                  <a:pt x="4406" y="2735"/>
                </a:cubicBezTo>
                <a:cubicBezTo>
                  <a:pt x="4436" y="2991"/>
                  <a:pt x="4387" y="3266"/>
                  <a:pt x="4259" y="3492"/>
                </a:cubicBezTo>
                <a:cubicBezTo>
                  <a:pt x="4131" y="3709"/>
                  <a:pt x="3895" y="3837"/>
                  <a:pt x="3649" y="3837"/>
                </a:cubicBezTo>
                <a:cubicBezTo>
                  <a:pt x="3226" y="3817"/>
                  <a:pt x="2951" y="3315"/>
                  <a:pt x="2902" y="2834"/>
                </a:cubicBezTo>
                <a:cubicBezTo>
                  <a:pt x="2833" y="2263"/>
                  <a:pt x="2961" y="1683"/>
                  <a:pt x="3266" y="1191"/>
                </a:cubicBezTo>
                <a:close/>
                <a:moveTo>
                  <a:pt x="4913" y="1"/>
                </a:moveTo>
                <a:cubicBezTo>
                  <a:pt x="4515" y="1"/>
                  <a:pt x="4112" y="106"/>
                  <a:pt x="3767" y="326"/>
                </a:cubicBezTo>
                <a:cubicBezTo>
                  <a:pt x="3541" y="473"/>
                  <a:pt x="3344" y="660"/>
                  <a:pt x="3177" y="876"/>
                </a:cubicBezTo>
                <a:lnTo>
                  <a:pt x="3118" y="857"/>
                </a:lnTo>
                <a:cubicBezTo>
                  <a:pt x="2913" y="801"/>
                  <a:pt x="2705" y="774"/>
                  <a:pt x="2498" y="774"/>
                </a:cubicBezTo>
                <a:cubicBezTo>
                  <a:pt x="1861" y="774"/>
                  <a:pt x="1240" y="1031"/>
                  <a:pt x="787" y="1506"/>
                </a:cubicBezTo>
                <a:cubicBezTo>
                  <a:pt x="207" y="2145"/>
                  <a:pt x="0" y="3040"/>
                  <a:pt x="227" y="3866"/>
                </a:cubicBezTo>
                <a:cubicBezTo>
                  <a:pt x="250" y="3920"/>
                  <a:pt x="296" y="3944"/>
                  <a:pt x="342" y="3944"/>
                </a:cubicBezTo>
                <a:cubicBezTo>
                  <a:pt x="413" y="3944"/>
                  <a:pt x="484" y="3887"/>
                  <a:pt x="473" y="3797"/>
                </a:cubicBezTo>
                <a:cubicBezTo>
                  <a:pt x="266" y="3050"/>
                  <a:pt x="453" y="2253"/>
                  <a:pt x="974" y="1683"/>
                </a:cubicBezTo>
                <a:cubicBezTo>
                  <a:pt x="1371" y="1264"/>
                  <a:pt x="1921" y="1033"/>
                  <a:pt x="2486" y="1033"/>
                </a:cubicBezTo>
                <a:cubicBezTo>
                  <a:pt x="2664" y="1033"/>
                  <a:pt x="2843" y="1056"/>
                  <a:pt x="3020" y="1103"/>
                </a:cubicBezTo>
                <a:cubicBezTo>
                  <a:pt x="2705" y="1634"/>
                  <a:pt x="2567" y="2253"/>
                  <a:pt x="2646" y="2873"/>
                </a:cubicBezTo>
                <a:cubicBezTo>
                  <a:pt x="2705" y="3433"/>
                  <a:pt x="3049" y="4063"/>
                  <a:pt x="3639" y="4102"/>
                </a:cubicBezTo>
                <a:lnTo>
                  <a:pt x="3679" y="4102"/>
                </a:lnTo>
                <a:cubicBezTo>
                  <a:pt x="4013" y="4092"/>
                  <a:pt x="4308" y="3915"/>
                  <a:pt x="4485" y="3630"/>
                </a:cubicBezTo>
                <a:cubicBezTo>
                  <a:pt x="4642" y="3355"/>
                  <a:pt x="4711" y="3030"/>
                  <a:pt x="4672" y="2715"/>
                </a:cubicBezTo>
                <a:cubicBezTo>
                  <a:pt x="4583" y="1958"/>
                  <a:pt x="4111" y="1299"/>
                  <a:pt x="3423" y="975"/>
                </a:cubicBezTo>
                <a:cubicBezTo>
                  <a:pt x="3561" y="808"/>
                  <a:pt x="3728" y="660"/>
                  <a:pt x="3905" y="542"/>
                </a:cubicBezTo>
                <a:cubicBezTo>
                  <a:pt x="4210" y="348"/>
                  <a:pt x="4566" y="254"/>
                  <a:pt x="4917" y="254"/>
                </a:cubicBezTo>
                <a:cubicBezTo>
                  <a:pt x="5437" y="254"/>
                  <a:pt x="5944" y="459"/>
                  <a:pt x="6255" y="847"/>
                </a:cubicBezTo>
                <a:cubicBezTo>
                  <a:pt x="6283" y="880"/>
                  <a:pt x="6321" y="898"/>
                  <a:pt x="6359" y="898"/>
                </a:cubicBezTo>
                <a:cubicBezTo>
                  <a:pt x="6388" y="898"/>
                  <a:pt x="6417" y="888"/>
                  <a:pt x="6442" y="867"/>
                </a:cubicBezTo>
                <a:cubicBezTo>
                  <a:pt x="6501" y="827"/>
                  <a:pt x="6511" y="739"/>
                  <a:pt x="6462" y="690"/>
                </a:cubicBezTo>
                <a:cubicBezTo>
                  <a:pt x="6101" y="240"/>
                  <a:pt x="5513" y="1"/>
                  <a:pt x="49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6"/>
          <p:cNvSpPr/>
          <p:nvPr/>
        </p:nvSpPr>
        <p:spPr>
          <a:xfrm rot="-3147102" flipH="1">
            <a:off x="258538" y="3027362"/>
            <a:ext cx="352091" cy="453192"/>
          </a:xfrm>
          <a:custGeom>
            <a:avLst/>
            <a:gdLst/>
            <a:ahLst/>
            <a:cxnLst/>
            <a:rect l="l" t="t" r="r" b="b"/>
            <a:pathLst>
              <a:path w="9295" h="11964" extrusionOk="0">
                <a:moveTo>
                  <a:pt x="3948" y="3571"/>
                </a:moveTo>
                <a:cubicBezTo>
                  <a:pt x="4211" y="3571"/>
                  <a:pt x="4449" y="3775"/>
                  <a:pt x="4466" y="4056"/>
                </a:cubicBezTo>
                <a:cubicBezTo>
                  <a:pt x="4486" y="4381"/>
                  <a:pt x="4368" y="4705"/>
                  <a:pt x="4132" y="4941"/>
                </a:cubicBezTo>
                <a:cubicBezTo>
                  <a:pt x="3755" y="5317"/>
                  <a:pt x="3235" y="5523"/>
                  <a:pt x="2700" y="5523"/>
                </a:cubicBezTo>
                <a:cubicBezTo>
                  <a:pt x="2676" y="5523"/>
                  <a:pt x="2651" y="5522"/>
                  <a:pt x="2627" y="5521"/>
                </a:cubicBezTo>
                <a:cubicBezTo>
                  <a:pt x="2666" y="5099"/>
                  <a:pt x="2784" y="4686"/>
                  <a:pt x="2991" y="4312"/>
                </a:cubicBezTo>
                <a:cubicBezTo>
                  <a:pt x="3178" y="3958"/>
                  <a:pt x="3502" y="3673"/>
                  <a:pt x="3797" y="3594"/>
                </a:cubicBezTo>
                <a:cubicBezTo>
                  <a:pt x="3847" y="3578"/>
                  <a:pt x="3898" y="3571"/>
                  <a:pt x="3948" y="3571"/>
                </a:cubicBezTo>
                <a:close/>
                <a:moveTo>
                  <a:pt x="6307" y="6317"/>
                </a:moveTo>
                <a:cubicBezTo>
                  <a:pt x="6461" y="6317"/>
                  <a:pt x="6596" y="6386"/>
                  <a:pt x="6679" y="6515"/>
                </a:cubicBezTo>
                <a:cubicBezTo>
                  <a:pt x="6757" y="6682"/>
                  <a:pt x="6767" y="6869"/>
                  <a:pt x="6698" y="7046"/>
                </a:cubicBezTo>
                <a:cubicBezTo>
                  <a:pt x="6492" y="7695"/>
                  <a:pt x="5872" y="8187"/>
                  <a:pt x="5164" y="8295"/>
                </a:cubicBezTo>
                <a:cubicBezTo>
                  <a:pt x="5184" y="7852"/>
                  <a:pt x="5282" y="7410"/>
                  <a:pt x="5479" y="7007"/>
                </a:cubicBezTo>
                <a:cubicBezTo>
                  <a:pt x="5636" y="6682"/>
                  <a:pt x="5813" y="6475"/>
                  <a:pt x="6020" y="6377"/>
                </a:cubicBezTo>
                <a:cubicBezTo>
                  <a:pt x="6098" y="6338"/>
                  <a:pt x="6197" y="6318"/>
                  <a:pt x="6285" y="6318"/>
                </a:cubicBezTo>
                <a:lnTo>
                  <a:pt x="6275" y="6318"/>
                </a:lnTo>
                <a:cubicBezTo>
                  <a:pt x="6286" y="6317"/>
                  <a:pt x="6296" y="6317"/>
                  <a:pt x="6307" y="6317"/>
                </a:cubicBezTo>
                <a:close/>
                <a:moveTo>
                  <a:pt x="1350" y="1"/>
                </a:moveTo>
                <a:cubicBezTo>
                  <a:pt x="1320" y="1"/>
                  <a:pt x="1288" y="13"/>
                  <a:pt x="1260" y="44"/>
                </a:cubicBezTo>
                <a:cubicBezTo>
                  <a:pt x="483" y="830"/>
                  <a:pt x="40" y="1824"/>
                  <a:pt x="21" y="2797"/>
                </a:cubicBezTo>
                <a:cubicBezTo>
                  <a:pt x="1" y="3879"/>
                  <a:pt x="542" y="4922"/>
                  <a:pt x="1397" y="5443"/>
                </a:cubicBezTo>
                <a:cubicBezTo>
                  <a:pt x="1692" y="5610"/>
                  <a:pt x="2017" y="5728"/>
                  <a:pt x="2351" y="5767"/>
                </a:cubicBezTo>
                <a:cubicBezTo>
                  <a:pt x="2342" y="6161"/>
                  <a:pt x="2410" y="6554"/>
                  <a:pt x="2558" y="6918"/>
                </a:cubicBezTo>
                <a:cubicBezTo>
                  <a:pt x="2922" y="7833"/>
                  <a:pt x="3787" y="8501"/>
                  <a:pt x="4702" y="8570"/>
                </a:cubicBezTo>
                <a:cubicBezTo>
                  <a:pt x="4771" y="8580"/>
                  <a:pt x="4840" y="8580"/>
                  <a:pt x="4908" y="8580"/>
                </a:cubicBezTo>
                <a:cubicBezTo>
                  <a:pt x="4938" y="9318"/>
                  <a:pt x="5203" y="10036"/>
                  <a:pt x="5656" y="10626"/>
                </a:cubicBezTo>
                <a:cubicBezTo>
                  <a:pt x="6344" y="11472"/>
                  <a:pt x="7377" y="11963"/>
                  <a:pt x="8478" y="11963"/>
                </a:cubicBezTo>
                <a:cubicBezTo>
                  <a:pt x="8715" y="11963"/>
                  <a:pt x="8951" y="11944"/>
                  <a:pt x="9187" y="11894"/>
                </a:cubicBezTo>
                <a:cubicBezTo>
                  <a:pt x="9255" y="11875"/>
                  <a:pt x="9295" y="11806"/>
                  <a:pt x="9285" y="11737"/>
                </a:cubicBezTo>
                <a:cubicBezTo>
                  <a:pt x="9268" y="11679"/>
                  <a:pt x="9216" y="11634"/>
                  <a:pt x="9159" y="11634"/>
                </a:cubicBezTo>
                <a:cubicBezTo>
                  <a:pt x="9148" y="11634"/>
                  <a:pt x="9138" y="11636"/>
                  <a:pt x="9128" y="11639"/>
                </a:cubicBezTo>
                <a:cubicBezTo>
                  <a:pt x="8906" y="11683"/>
                  <a:pt x="8683" y="11705"/>
                  <a:pt x="8462" y="11705"/>
                </a:cubicBezTo>
                <a:cubicBezTo>
                  <a:pt x="7459" y="11705"/>
                  <a:pt x="6497" y="11258"/>
                  <a:pt x="5853" y="10468"/>
                </a:cubicBezTo>
                <a:cubicBezTo>
                  <a:pt x="5430" y="9918"/>
                  <a:pt x="5184" y="9249"/>
                  <a:pt x="5164" y="8560"/>
                </a:cubicBezTo>
                <a:cubicBezTo>
                  <a:pt x="5971" y="8442"/>
                  <a:pt x="6698" y="7872"/>
                  <a:pt x="6934" y="7125"/>
                </a:cubicBezTo>
                <a:cubicBezTo>
                  <a:pt x="7023" y="6879"/>
                  <a:pt x="7013" y="6613"/>
                  <a:pt x="6895" y="6377"/>
                </a:cubicBezTo>
                <a:cubicBezTo>
                  <a:pt x="6762" y="6162"/>
                  <a:pt x="6519" y="6065"/>
                  <a:pt x="6279" y="6065"/>
                </a:cubicBezTo>
                <a:cubicBezTo>
                  <a:pt x="6146" y="6065"/>
                  <a:pt x="6014" y="6095"/>
                  <a:pt x="5902" y="6151"/>
                </a:cubicBezTo>
                <a:cubicBezTo>
                  <a:pt x="5636" y="6279"/>
                  <a:pt x="5420" y="6515"/>
                  <a:pt x="5233" y="6898"/>
                </a:cubicBezTo>
                <a:cubicBezTo>
                  <a:pt x="5026" y="7341"/>
                  <a:pt x="4908" y="7833"/>
                  <a:pt x="4899" y="8324"/>
                </a:cubicBezTo>
                <a:cubicBezTo>
                  <a:pt x="4840" y="8324"/>
                  <a:pt x="4781" y="8324"/>
                  <a:pt x="4712" y="8315"/>
                </a:cubicBezTo>
                <a:cubicBezTo>
                  <a:pt x="3895" y="8246"/>
                  <a:pt x="3119" y="7646"/>
                  <a:pt x="2794" y="6830"/>
                </a:cubicBezTo>
                <a:cubicBezTo>
                  <a:pt x="2666" y="6495"/>
                  <a:pt x="2597" y="6141"/>
                  <a:pt x="2607" y="5787"/>
                </a:cubicBezTo>
                <a:lnTo>
                  <a:pt x="2607" y="5787"/>
                </a:lnTo>
                <a:cubicBezTo>
                  <a:pt x="2642" y="5789"/>
                  <a:pt x="2677" y="5790"/>
                  <a:pt x="2712" y="5790"/>
                </a:cubicBezTo>
                <a:cubicBezTo>
                  <a:pt x="3305" y="5790"/>
                  <a:pt x="3882" y="5555"/>
                  <a:pt x="4318" y="5128"/>
                </a:cubicBezTo>
                <a:cubicBezTo>
                  <a:pt x="4594" y="4833"/>
                  <a:pt x="4741" y="4440"/>
                  <a:pt x="4712" y="4027"/>
                </a:cubicBezTo>
                <a:cubicBezTo>
                  <a:pt x="4678" y="3619"/>
                  <a:pt x="4335" y="3317"/>
                  <a:pt x="3945" y="3317"/>
                </a:cubicBezTo>
                <a:cubicBezTo>
                  <a:pt x="3874" y="3317"/>
                  <a:pt x="3801" y="3327"/>
                  <a:pt x="3728" y="3348"/>
                </a:cubicBezTo>
                <a:cubicBezTo>
                  <a:pt x="3364" y="3446"/>
                  <a:pt x="2981" y="3781"/>
                  <a:pt x="2755" y="4194"/>
                </a:cubicBezTo>
                <a:cubicBezTo>
                  <a:pt x="2538" y="4607"/>
                  <a:pt x="2410" y="5049"/>
                  <a:pt x="2361" y="5502"/>
                </a:cubicBezTo>
                <a:cubicBezTo>
                  <a:pt x="2076" y="5462"/>
                  <a:pt x="1791" y="5374"/>
                  <a:pt x="1535" y="5217"/>
                </a:cubicBezTo>
                <a:cubicBezTo>
                  <a:pt x="748" y="4745"/>
                  <a:pt x="257" y="3800"/>
                  <a:pt x="276" y="2797"/>
                </a:cubicBezTo>
                <a:cubicBezTo>
                  <a:pt x="296" y="1892"/>
                  <a:pt x="719" y="958"/>
                  <a:pt x="1437" y="221"/>
                </a:cubicBezTo>
                <a:cubicBezTo>
                  <a:pt x="1534" y="131"/>
                  <a:pt x="1449" y="1"/>
                  <a:pt x="135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6"/>
          <p:cNvSpPr/>
          <p:nvPr/>
        </p:nvSpPr>
        <p:spPr>
          <a:xfrm rot="-294391" flipH="1">
            <a:off x="8680994" y="1933384"/>
            <a:ext cx="246683" cy="155427"/>
          </a:xfrm>
          <a:custGeom>
            <a:avLst/>
            <a:gdLst/>
            <a:ahLst/>
            <a:cxnLst/>
            <a:rect l="l" t="t" r="r" b="b"/>
            <a:pathLst>
              <a:path w="6512" h="4103" extrusionOk="0">
                <a:moveTo>
                  <a:pt x="3266" y="1191"/>
                </a:moveTo>
                <a:cubicBezTo>
                  <a:pt x="3885" y="1466"/>
                  <a:pt x="4318" y="2057"/>
                  <a:pt x="4406" y="2735"/>
                </a:cubicBezTo>
                <a:cubicBezTo>
                  <a:pt x="4436" y="2991"/>
                  <a:pt x="4387" y="3266"/>
                  <a:pt x="4259" y="3492"/>
                </a:cubicBezTo>
                <a:cubicBezTo>
                  <a:pt x="4131" y="3709"/>
                  <a:pt x="3895" y="3837"/>
                  <a:pt x="3649" y="3837"/>
                </a:cubicBezTo>
                <a:cubicBezTo>
                  <a:pt x="3226" y="3817"/>
                  <a:pt x="2951" y="3315"/>
                  <a:pt x="2902" y="2834"/>
                </a:cubicBezTo>
                <a:cubicBezTo>
                  <a:pt x="2833" y="2263"/>
                  <a:pt x="2961" y="1683"/>
                  <a:pt x="3266" y="1191"/>
                </a:cubicBezTo>
                <a:close/>
                <a:moveTo>
                  <a:pt x="4913" y="1"/>
                </a:moveTo>
                <a:cubicBezTo>
                  <a:pt x="4515" y="1"/>
                  <a:pt x="4112" y="106"/>
                  <a:pt x="3767" y="326"/>
                </a:cubicBezTo>
                <a:cubicBezTo>
                  <a:pt x="3541" y="473"/>
                  <a:pt x="3344" y="660"/>
                  <a:pt x="3177" y="876"/>
                </a:cubicBezTo>
                <a:lnTo>
                  <a:pt x="3118" y="857"/>
                </a:lnTo>
                <a:cubicBezTo>
                  <a:pt x="2913" y="801"/>
                  <a:pt x="2705" y="774"/>
                  <a:pt x="2498" y="774"/>
                </a:cubicBezTo>
                <a:cubicBezTo>
                  <a:pt x="1861" y="774"/>
                  <a:pt x="1240" y="1031"/>
                  <a:pt x="787" y="1506"/>
                </a:cubicBezTo>
                <a:cubicBezTo>
                  <a:pt x="207" y="2145"/>
                  <a:pt x="0" y="3040"/>
                  <a:pt x="227" y="3866"/>
                </a:cubicBezTo>
                <a:cubicBezTo>
                  <a:pt x="250" y="3920"/>
                  <a:pt x="296" y="3944"/>
                  <a:pt x="342" y="3944"/>
                </a:cubicBezTo>
                <a:cubicBezTo>
                  <a:pt x="413" y="3944"/>
                  <a:pt x="484" y="3887"/>
                  <a:pt x="473" y="3797"/>
                </a:cubicBezTo>
                <a:cubicBezTo>
                  <a:pt x="266" y="3050"/>
                  <a:pt x="453" y="2253"/>
                  <a:pt x="974" y="1683"/>
                </a:cubicBezTo>
                <a:cubicBezTo>
                  <a:pt x="1371" y="1264"/>
                  <a:pt x="1921" y="1033"/>
                  <a:pt x="2486" y="1033"/>
                </a:cubicBezTo>
                <a:cubicBezTo>
                  <a:pt x="2664" y="1033"/>
                  <a:pt x="2843" y="1056"/>
                  <a:pt x="3020" y="1103"/>
                </a:cubicBezTo>
                <a:cubicBezTo>
                  <a:pt x="2705" y="1634"/>
                  <a:pt x="2567" y="2253"/>
                  <a:pt x="2646" y="2873"/>
                </a:cubicBezTo>
                <a:cubicBezTo>
                  <a:pt x="2705" y="3433"/>
                  <a:pt x="3049" y="4063"/>
                  <a:pt x="3639" y="4102"/>
                </a:cubicBezTo>
                <a:lnTo>
                  <a:pt x="3679" y="4102"/>
                </a:lnTo>
                <a:cubicBezTo>
                  <a:pt x="4013" y="4092"/>
                  <a:pt x="4308" y="3915"/>
                  <a:pt x="4485" y="3630"/>
                </a:cubicBezTo>
                <a:cubicBezTo>
                  <a:pt x="4642" y="3355"/>
                  <a:pt x="4711" y="3030"/>
                  <a:pt x="4672" y="2715"/>
                </a:cubicBezTo>
                <a:cubicBezTo>
                  <a:pt x="4583" y="1958"/>
                  <a:pt x="4111" y="1299"/>
                  <a:pt x="3423" y="975"/>
                </a:cubicBezTo>
                <a:cubicBezTo>
                  <a:pt x="3561" y="808"/>
                  <a:pt x="3728" y="660"/>
                  <a:pt x="3905" y="542"/>
                </a:cubicBezTo>
                <a:cubicBezTo>
                  <a:pt x="4210" y="348"/>
                  <a:pt x="4566" y="254"/>
                  <a:pt x="4917" y="254"/>
                </a:cubicBezTo>
                <a:cubicBezTo>
                  <a:pt x="5437" y="254"/>
                  <a:pt x="5944" y="459"/>
                  <a:pt x="6255" y="847"/>
                </a:cubicBezTo>
                <a:cubicBezTo>
                  <a:pt x="6283" y="880"/>
                  <a:pt x="6321" y="898"/>
                  <a:pt x="6359" y="898"/>
                </a:cubicBezTo>
                <a:cubicBezTo>
                  <a:pt x="6388" y="898"/>
                  <a:pt x="6417" y="888"/>
                  <a:pt x="6442" y="867"/>
                </a:cubicBezTo>
                <a:cubicBezTo>
                  <a:pt x="6501" y="827"/>
                  <a:pt x="6511" y="739"/>
                  <a:pt x="6462" y="690"/>
                </a:cubicBezTo>
                <a:cubicBezTo>
                  <a:pt x="6101" y="240"/>
                  <a:pt x="5513" y="1"/>
                  <a:pt x="49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6"/>
          <p:cNvSpPr/>
          <p:nvPr/>
        </p:nvSpPr>
        <p:spPr>
          <a:xfrm rot="8223715">
            <a:off x="4244140" y="14978"/>
            <a:ext cx="352106" cy="453211"/>
          </a:xfrm>
          <a:custGeom>
            <a:avLst/>
            <a:gdLst/>
            <a:ahLst/>
            <a:cxnLst/>
            <a:rect l="l" t="t" r="r" b="b"/>
            <a:pathLst>
              <a:path w="9295" h="11964" extrusionOk="0">
                <a:moveTo>
                  <a:pt x="3948" y="3571"/>
                </a:moveTo>
                <a:cubicBezTo>
                  <a:pt x="4211" y="3571"/>
                  <a:pt x="4449" y="3775"/>
                  <a:pt x="4466" y="4056"/>
                </a:cubicBezTo>
                <a:cubicBezTo>
                  <a:pt x="4486" y="4381"/>
                  <a:pt x="4368" y="4705"/>
                  <a:pt x="4132" y="4941"/>
                </a:cubicBezTo>
                <a:cubicBezTo>
                  <a:pt x="3755" y="5317"/>
                  <a:pt x="3235" y="5523"/>
                  <a:pt x="2700" y="5523"/>
                </a:cubicBezTo>
                <a:cubicBezTo>
                  <a:pt x="2676" y="5523"/>
                  <a:pt x="2651" y="5522"/>
                  <a:pt x="2627" y="5521"/>
                </a:cubicBezTo>
                <a:cubicBezTo>
                  <a:pt x="2666" y="5099"/>
                  <a:pt x="2784" y="4686"/>
                  <a:pt x="2991" y="4312"/>
                </a:cubicBezTo>
                <a:cubicBezTo>
                  <a:pt x="3178" y="3958"/>
                  <a:pt x="3502" y="3673"/>
                  <a:pt x="3797" y="3594"/>
                </a:cubicBezTo>
                <a:cubicBezTo>
                  <a:pt x="3847" y="3578"/>
                  <a:pt x="3898" y="3571"/>
                  <a:pt x="3948" y="3571"/>
                </a:cubicBezTo>
                <a:close/>
                <a:moveTo>
                  <a:pt x="6307" y="6317"/>
                </a:moveTo>
                <a:cubicBezTo>
                  <a:pt x="6461" y="6317"/>
                  <a:pt x="6596" y="6386"/>
                  <a:pt x="6679" y="6515"/>
                </a:cubicBezTo>
                <a:cubicBezTo>
                  <a:pt x="6757" y="6682"/>
                  <a:pt x="6767" y="6869"/>
                  <a:pt x="6698" y="7046"/>
                </a:cubicBezTo>
                <a:cubicBezTo>
                  <a:pt x="6492" y="7695"/>
                  <a:pt x="5872" y="8187"/>
                  <a:pt x="5164" y="8295"/>
                </a:cubicBezTo>
                <a:cubicBezTo>
                  <a:pt x="5184" y="7852"/>
                  <a:pt x="5282" y="7410"/>
                  <a:pt x="5479" y="7007"/>
                </a:cubicBezTo>
                <a:cubicBezTo>
                  <a:pt x="5636" y="6682"/>
                  <a:pt x="5813" y="6475"/>
                  <a:pt x="6020" y="6377"/>
                </a:cubicBezTo>
                <a:cubicBezTo>
                  <a:pt x="6098" y="6338"/>
                  <a:pt x="6197" y="6318"/>
                  <a:pt x="6285" y="6318"/>
                </a:cubicBezTo>
                <a:lnTo>
                  <a:pt x="6275" y="6318"/>
                </a:lnTo>
                <a:cubicBezTo>
                  <a:pt x="6286" y="6317"/>
                  <a:pt x="6296" y="6317"/>
                  <a:pt x="6307" y="6317"/>
                </a:cubicBezTo>
                <a:close/>
                <a:moveTo>
                  <a:pt x="1350" y="1"/>
                </a:moveTo>
                <a:cubicBezTo>
                  <a:pt x="1320" y="1"/>
                  <a:pt x="1288" y="13"/>
                  <a:pt x="1260" y="44"/>
                </a:cubicBezTo>
                <a:cubicBezTo>
                  <a:pt x="483" y="830"/>
                  <a:pt x="40" y="1824"/>
                  <a:pt x="21" y="2797"/>
                </a:cubicBezTo>
                <a:cubicBezTo>
                  <a:pt x="1" y="3879"/>
                  <a:pt x="542" y="4922"/>
                  <a:pt x="1397" y="5443"/>
                </a:cubicBezTo>
                <a:cubicBezTo>
                  <a:pt x="1692" y="5610"/>
                  <a:pt x="2017" y="5728"/>
                  <a:pt x="2351" y="5767"/>
                </a:cubicBezTo>
                <a:cubicBezTo>
                  <a:pt x="2342" y="6161"/>
                  <a:pt x="2410" y="6554"/>
                  <a:pt x="2558" y="6918"/>
                </a:cubicBezTo>
                <a:cubicBezTo>
                  <a:pt x="2922" y="7833"/>
                  <a:pt x="3787" y="8501"/>
                  <a:pt x="4702" y="8570"/>
                </a:cubicBezTo>
                <a:cubicBezTo>
                  <a:pt x="4771" y="8580"/>
                  <a:pt x="4840" y="8580"/>
                  <a:pt x="4908" y="8580"/>
                </a:cubicBezTo>
                <a:cubicBezTo>
                  <a:pt x="4938" y="9318"/>
                  <a:pt x="5203" y="10036"/>
                  <a:pt x="5656" y="10626"/>
                </a:cubicBezTo>
                <a:cubicBezTo>
                  <a:pt x="6344" y="11472"/>
                  <a:pt x="7377" y="11963"/>
                  <a:pt x="8478" y="11963"/>
                </a:cubicBezTo>
                <a:cubicBezTo>
                  <a:pt x="8715" y="11963"/>
                  <a:pt x="8951" y="11944"/>
                  <a:pt x="9187" y="11894"/>
                </a:cubicBezTo>
                <a:cubicBezTo>
                  <a:pt x="9255" y="11875"/>
                  <a:pt x="9295" y="11806"/>
                  <a:pt x="9285" y="11737"/>
                </a:cubicBezTo>
                <a:cubicBezTo>
                  <a:pt x="9268" y="11679"/>
                  <a:pt x="9216" y="11634"/>
                  <a:pt x="9159" y="11634"/>
                </a:cubicBezTo>
                <a:cubicBezTo>
                  <a:pt x="9148" y="11634"/>
                  <a:pt x="9138" y="11636"/>
                  <a:pt x="9128" y="11639"/>
                </a:cubicBezTo>
                <a:cubicBezTo>
                  <a:pt x="8906" y="11683"/>
                  <a:pt x="8683" y="11705"/>
                  <a:pt x="8462" y="11705"/>
                </a:cubicBezTo>
                <a:cubicBezTo>
                  <a:pt x="7459" y="11705"/>
                  <a:pt x="6497" y="11258"/>
                  <a:pt x="5853" y="10468"/>
                </a:cubicBezTo>
                <a:cubicBezTo>
                  <a:pt x="5430" y="9918"/>
                  <a:pt x="5184" y="9249"/>
                  <a:pt x="5164" y="8560"/>
                </a:cubicBezTo>
                <a:cubicBezTo>
                  <a:pt x="5971" y="8442"/>
                  <a:pt x="6698" y="7872"/>
                  <a:pt x="6934" y="7125"/>
                </a:cubicBezTo>
                <a:cubicBezTo>
                  <a:pt x="7023" y="6879"/>
                  <a:pt x="7013" y="6613"/>
                  <a:pt x="6895" y="6377"/>
                </a:cubicBezTo>
                <a:cubicBezTo>
                  <a:pt x="6762" y="6162"/>
                  <a:pt x="6519" y="6065"/>
                  <a:pt x="6279" y="6065"/>
                </a:cubicBezTo>
                <a:cubicBezTo>
                  <a:pt x="6146" y="6065"/>
                  <a:pt x="6014" y="6095"/>
                  <a:pt x="5902" y="6151"/>
                </a:cubicBezTo>
                <a:cubicBezTo>
                  <a:pt x="5636" y="6279"/>
                  <a:pt x="5420" y="6515"/>
                  <a:pt x="5233" y="6898"/>
                </a:cubicBezTo>
                <a:cubicBezTo>
                  <a:pt x="5026" y="7341"/>
                  <a:pt x="4908" y="7833"/>
                  <a:pt x="4899" y="8324"/>
                </a:cubicBezTo>
                <a:cubicBezTo>
                  <a:pt x="4840" y="8324"/>
                  <a:pt x="4781" y="8324"/>
                  <a:pt x="4712" y="8315"/>
                </a:cubicBezTo>
                <a:cubicBezTo>
                  <a:pt x="3895" y="8246"/>
                  <a:pt x="3119" y="7646"/>
                  <a:pt x="2794" y="6830"/>
                </a:cubicBezTo>
                <a:cubicBezTo>
                  <a:pt x="2666" y="6495"/>
                  <a:pt x="2597" y="6141"/>
                  <a:pt x="2607" y="5787"/>
                </a:cubicBezTo>
                <a:lnTo>
                  <a:pt x="2607" y="5787"/>
                </a:lnTo>
                <a:cubicBezTo>
                  <a:pt x="2642" y="5789"/>
                  <a:pt x="2677" y="5790"/>
                  <a:pt x="2712" y="5790"/>
                </a:cubicBezTo>
                <a:cubicBezTo>
                  <a:pt x="3305" y="5790"/>
                  <a:pt x="3882" y="5555"/>
                  <a:pt x="4318" y="5128"/>
                </a:cubicBezTo>
                <a:cubicBezTo>
                  <a:pt x="4594" y="4833"/>
                  <a:pt x="4741" y="4440"/>
                  <a:pt x="4712" y="4027"/>
                </a:cubicBezTo>
                <a:cubicBezTo>
                  <a:pt x="4678" y="3619"/>
                  <a:pt x="4335" y="3317"/>
                  <a:pt x="3945" y="3317"/>
                </a:cubicBezTo>
                <a:cubicBezTo>
                  <a:pt x="3874" y="3317"/>
                  <a:pt x="3801" y="3327"/>
                  <a:pt x="3728" y="3348"/>
                </a:cubicBezTo>
                <a:cubicBezTo>
                  <a:pt x="3364" y="3446"/>
                  <a:pt x="2981" y="3781"/>
                  <a:pt x="2755" y="4194"/>
                </a:cubicBezTo>
                <a:cubicBezTo>
                  <a:pt x="2538" y="4607"/>
                  <a:pt x="2410" y="5049"/>
                  <a:pt x="2361" y="5502"/>
                </a:cubicBezTo>
                <a:cubicBezTo>
                  <a:pt x="2076" y="5462"/>
                  <a:pt x="1791" y="5374"/>
                  <a:pt x="1535" y="5217"/>
                </a:cubicBezTo>
                <a:cubicBezTo>
                  <a:pt x="748" y="4745"/>
                  <a:pt x="257" y="3800"/>
                  <a:pt x="276" y="2797"/>
                </a:cubicBezTo>
                <a:cubicBezTo>
                  <a:pt x="296" y="1892"/>
                  <a:pt x="719" y="958"/>
                  <a:pt x="1437" y="221"/>
                </a:cubicBezTo>
                <a:cubicBezTo>
                  <a:pt x="1534" y="131"/>
                  <a:pt x="1449" y="1"/>
                  <a:pt x="135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dk2"/>
        </a:solidFill>
        <a:effectLst/>
      </p:bgPr>
    </p:bg>
    <p:spTree>
      <p:nvGrpSpPr>
        <p:cNvPr id="1" name="Shape 94"/>
        <p:cNvGrpSpPr/>
        <p:nvPr/>
      </p:nvGrpSpPr>
      <p:grpSpPr>
        <a:xfrm>
          <a:off x="0" y="0"/>
          <a:ext cx="0" cy="0"/>
          <a:chOff x="0" y="0"/>
          <a:chExt cx="0" cy="0"/>
        </a:xfrm>
      </p:grpSpPr>
      <p:sp>
        <p:nvSpPr>
          <p:cNvPr id="95" name="Google Shape;95;p10"/>
          <p:cNvSpPr txBox="1">
            <a:spLocks noGrp="1"/>
          </p:cNvSpPr>
          <p:nvPr>
            <p:ph type="title"/>
          </p:nvPr>
        </p:nvSpPr>
        <p:spPr>
          <a:xfrm>
            <a:off x="759000" y="449150"/>
            <a:ext cx="3885000" cy="1274400"/>
          </a:xfrm>
          <a:prstGeom prst="rect">
            <a:avLst/>
          </a:prstGeom>
        </p:spPr>
        <p:txBody>
          <a:bodyPr spcFirstLastPara="1" wrap="square" lIns="91425" tIns="91425" rIns="91425" bIns="91425" anchor="t" anchorCtr="0">
            <a:noAutofit/>
          </a:bodyPr>
          <a:lstStyle>
            <a:lvl1pPr lvl="0" rtl="0">
              <a:spcBef>
                <a:spcPts val="0"/>
              </a:spcBef>
              <a:spcAft>
                <a:spcPts val="0"/>
              </a:spcAft>
              <a:buSzPts val="4000"/>
              <a:buNone/>
              <a:defRPr/>
            </a:lvl1pPr>
            <a:lvl2pPr lvl="1" algn="ctr" rtl="0">
              <a:spcBef>
                <a:spcPts val="0"/>
              </a:spcBef>
              <a:spcAft>
                <a:spcPts val="0"/>
              </a:spcAft>
              <a:buSzPts val="4000"/>
              <a:buNone/>
              <a:defRPr/>
            </a:lvl2pPr>
            <a:lvl3pPr lvl="2" algn="ctr" rtl="0">
              <a:spcBef>
                <a:spcPts val="0"/>
              </a:spcBef>
              <a:spcAft>
                <a:spcPts val="0"/>
              </a:spcAft>
              <a:buSzPts val="4000"/>
              <a:buNone/>
              <a:defRPr/>
            </a:lvl3pPr>
            <a:lvl4pPr lvl="3" algn="ctr" rtl="0">
              <a:spcBef>
                <a:spcPts val="0"/>
              </a:spcBef>
              <a:spcAft>
                <a:spcPts val="0"/>
              </a:spcAft>
              <a:buSzPts val="4000"/>
              <a:buNone/>
              <a:defRPr/>
            </a:lvl4pPr>
            <a:lvl5pPr lvl="4" algn="ctr" rtl="0">
              <a:spcBef>
                <a:spcPts val="0"/>
              </a:spcBef>
              <a:spcAft>
                <a:spcPts val="0"/>
              </a:spcAft>
              <a:buSzPts val="4000"/>
              <a:buNone/>
              <a:defRPr/>
            </a:lvl5pPr>
            <a:lvl6pPr lvl="5" algn="ctr" rtl="0">
              <a:spcBef>
                <a:spcPts val="0"/>
              </a:spcBef>
              <a:spcAft>
                <a:spcPts val="0"/>
              </a:spcAft>
              <a:buSzPts val="4000"/>
              <a:buNone/>
              <a:defRPr/>
            </a:lvl6pPr>
            <a:lvl7pPr lvl="6" algn="ctr" rtl="0">
              <a:spcBef>
                <a:spcPts val="0"/>
              </a:spcBef>
              <a:spcAft>
                <a:spcPts val="0"/>
              </a:spcAft>
              <a:buSzPts val="4000"/>
              <a:buNone/>
              <a:defRPr/>
            </a:lvl7pPr>
            <a:lvl8pPr lvl="7" algn="ctr" rtl="0">
              <a:spcBef>
                <a:spcPts val="0"/>
              </a:spcBef>
              <a:spcAft>
                <a:spcPts val="0"/>
              </a:spcAft>
              <a:buSzPts val="4000"/>
              <a:buNone/>
              <a:defRPr/>
            </a:lvl8pPr>
            <a:lvl9pPr lvl="8" algn="ctr" rtl="0">
              <a:spcBef>
                <a:spcPts val="0"/>
              </a:spcBef>
              <a:spcAft>
                <a:spcPts val="0"/>
              </a:spcAft>
              <a:buSzPts val="40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ackground">
  <p:cSld name="BLANK_1_1_1_1_1_1_1">
    <p:bg>
      <p:bgPr>
        <a:solidFill>
          <a:schemeClr val="dk2"/>
        </a:solidFill>
        <a:effectLst/>
      </p:bgPr>
    </p:bg>
    <p:spTree>
      <p:nvGrpSpPr>
        <p:cNvPr id="1" name="Shape 249"/>
        <p:cNvGrpSpPr/>
        <p:nvPr/>
      </p:nvGrpSpPr>
      <p:grpSpPr>
        <a:xfrm>
          <a:off x="0" y="0"/>
          <a:ext cx="0" cy="0"/>
          <a:chOff x="0" y="0"/>
          <a:chExt cx="0" cy="0"/>
        </a:xfrm>
      </p:grpSpPr>
      <p:sp>
        <p:nvSpPr>
          <p:cNvPr id="250" name="Google Shape;250;p22"/>
          <p:cNvSpPr/>
          <p:nvPr/>
        </p:nvSpPr>
        <p:spPr>
          <a:xfrm rot="3200375">
            <a:off x="157631" y="2168511"/>
            <a:ext cx="352102" cy="453205"/>
          </a:xfrm>
          <a:custGeom>
            <a:avLst/>
            <a:gdLst/>
            <a:ahLst/>
            <a:cxnLst/>
            <a:rect l="l" t="t" r="r" b="b"/>
            <a:pathLst>
              <a:path w="9295" h="11964" extrusionOk="0">
                <a:moveTo>
                  <a:pt x="3948" y="3571"/>
                </a:moveTo>
                <a:cubicBezTo>
                  <a:pt x="4211" y="3571"/>
                  <a:pt x="4449" y="3775"/>
                  <a:pt x="4466" y="4056"/>
                </a:cubicBezTo>
                <a:cubicBezTo>
                  <a:pt x="4486" y="4381"/>
                  <a:pt x="4368" y="4705"/>
                  <a:pt x="4132" y="4941"/>
                </a:cubicBezTo>
                <a:cubicBezTo>
                  <a:pt x="3755" y="5317"/>
                  <a:pt x="3235" y="5523"/>
                  <a:pt x="2700" y="5523"/>
                </a:cubicBezTo>
                <a:cubicBezTo>
                  <a:pt x="2676" y="5523"/>
                  <a:pt x="2651" y="5522"/>
                  <a:pt x="2627" y="5521"/>
                </a:cubicBezTo>
                <a:cubicBezTo>
                  <a:pt x="2666" y="5099"/>
                  <a:pt x="2784" y="4686"/>
                  <a:pt x="2991" y="4312"/>
                </a:cubicBezTo>
                <a:cubicBezTo>
                  <a:pt x="3178" y="3958"/>
                  <a:pt x="3502" y="3673"/>
                  <a:pt x="3797" y="3594"/>
                </a:cubicBezTo>
                <a:cubicBezTo>
                  <a:pt x="3847" y="3578"/>
                  <a:pt x="3898" y="3571"/>
                  <a:pt x="3948" y="3571"/>
                </a:cubicBezTo>
                <a:close/>
                <a:moveTo>
                  <a:pt x="6307" y="6317"/>
                </a:moveTo>
                <a:cubicBezTo>
                  <a:pt x="6461" y="6317"/>
                  <a:pt x="6596" y="6386"/>
                  <a:pt x="6679" y="6515"/>
                </a:cubicBezTo>
                <a:cubicBezTo>
                  <a:pt x="6757" y="6682"/>
                  <a:pt x="6767" y="6869"/>
                  <a:pt x="6698" y="7046"/>
                </a:cubicBezTo>
                <a:cubicBezTo>
                  <a:pt x="6492" y="7695"/>
                  <a:pt x="5872" y="8187"/>
                  <a:pt x="5164" y="8295"/>
                </a:cubicBezTo>
                <a:cubicBezTo>
                  <a:pt x="5184" y="7852"/>
                  <a:pt x="5282" y="7410"/>
                  <a:pt x="5479" y="7007"/>
                </a:cubicBezTo>
                <a:cubicBezTo>
                  <a:pt x="5636" y="6682"/>
                  <a:pt x="5813" y="6475"/>
                  <a:pt x="6020" y="6377"/>
                </a:cubicBezTo>
                <a:cubicBezTo>
                  <a:pt x="6098" y="6338"/>
                  <a:pt x="6197" y="6318"/>
                  <a:pt x="6285" y="6318"/>
                </a:cubicBezTo>
                <a:lnTo>
                  <a:pt x="6275" y="6318"/>
                </a:lnTo>
                <a:cubicBezTo>
                  <a:pt x="6286" y="6317"/>
                  <a:pt x="6296" y="6317"/>
                  <a:pt x="6307" y="6317"/>
                </a:cubicBezTo>
                <a:close/>
                <a:moveTo>
                  <a:pt x="1350" y="1"/>
                </a:moveTo>
                <a:cubicBezTo>
                  <a:pt x="1320" y="1"/>
                  <a:pt x="1288" y="13"/>
                  <a:pt x="1260" y="44"/>
                </a:cubicBezTo>
                <a:cubicBezTo>
                  <a:pt x="483" y="830"/>
                  <a:pt x="40" y="1824"/>
                  <a:pt x="21" y="2797"/>
                </a:cubicBezTo>
                <a:cubicBezTo>
                  <a:pt x="1" y="3879"/>
                  <a:pt x="542" y="4922"/>
                  <a:pt x="1397" y="5443"/>
                </a:cubicBezTo>
                <a:cubicBezTo>
                  <a:pt x="1692" y="5610"/>
                  <a:pt x="2017" y="5728"/>
                  <a:pt x="2351" y="5767"/>
                </a:cubicBezTo>
                <a:cubicBezTo>
                  <a:pt x="2342" y="6161"/>
                  <a:pt x="2410" y="6554"/>
                  <a:pt x="2558" y="6918"/>
                </a:cubicBezTo>
                <a:cubicBezTo>
                  <a:pt x="2922" y="7833"/>
                  <a:pt x="3787" y="8501"/>
                  <a:pt x="4702" y="8570"/>
                </a:cubicBezTo>
                <a:cubicBezTo>
                  <a:pt x="4771" y="8580"/>
                  <a:pt x="4840" y="8580"/>
                  <a:pt x="4908" y="8580"/>
                </a:cubicBezTo>
                <a:cubicBezTo>
                  <a:pt x="4938" y="9318"/>
                  <a:pt x="5203" y="10036"/>
                  <a:pt x="5656" y="10626"/>
                </a:cubicBezTo>
                <a:cubicBezTo>
                  <a:pt x="6344" y="11472"/>
                  <a:pt x="7377" y="11963"/>
                  <a:pt x="8478" y="11963"/>
                </a:cubicBezTo>
                <a:cubicBezTo>
                  <a:pt x="8715" y="11963"/>
                  <a:pt x="8951" y="11944"/>
                  <a:pt x="9187" y="11894"/>
                </a:cubicBezTo>
                <a:cubicBezTo>
                  <a:pt x="9255" y="11875"/>
                  <a:pt x="9295" y="11806"/>
                  <a:pt x="9285" y="11737"/>
                </a:cubicBezTo>
                <a:cubicBezTo>
                  <a:pt x="9268" y="11679"/>
                  <a:pt x="9216" y="11634"/>
                  <a:pt x="9159" y="11634"/>
                </a:cubicBezTo>
                <a:cubicBezTo>
                  <a:pt x="9148" y="11634"/>
                  <a:pt x="9138" y="11636"/>
                  <a:pt x="9128" y="11639"/>
                </a:cubicBezTo>
                <a:cubicBezTo>
                  <a:pt x="8906" y="11683"/>
                  <a:pt x="8683" y="11705"/>
                  <a:pt x="8462" y="11705"/>
                </a:cubicBezTo>
                <a:cubicBezTo>
                  <a:pt x="7459" y="11705"/>
                  <a:pt x="6497" y="11258"/>
                  <a:pt x="5853" y="10468"/>
                </a:cubicBezTo>
                <a:cubicBezTo>
                  <a:pt x="5430" y="9918"/>
                  <a:pt x="5184" y="9249"/>
                  <a:pt x="5164" y="8560"/>
                </a:cubicBezTo>
                <a:cubicBezTo>
                  <a:pt x="5971" y="8442"/>
                  <a:pt x="6698" y="7872"/>
                  <a:pt x="6934" y="7125"/>
                </a:cubicBezTo>
                <a:cubicBezTo>
                  <a:pt x="7023" y="6879"/>
                  <a:pt x="7013" y="6613"/>
                  <a:pt x="6895" y="6377"/>
                </a:cubicBezTo>
                <a:cubicBezTo>
                  <a:pt x="6762" y="6162"/>
                  <a:pt x="6519" y="6065"/>
                  <a:pt x="6279" y="6065"/>
                </a:cubicBezTo>
                <a:cubicBezTo>
                  <a:pt x="6146" y="6065"/>
                  <a:pt x="6014" y="6095"/>
                  <a:pt x="5902" y="6151"/>
                </a:cubicBezTo>
                <a:cubicBezTo>
                  <a:pt x="5636" y="6279"/>
                  <a:pt x="5420" y="6515"/>
                  <a:pt x="5233" y="6898"/>
                </a:cubicBezTo>
                <a:cubicBezTo>
                  <a:pt x="5026" y="7341"/>
                  <a:pt x="4908" y="7833"/>
                  <a:pt x="4899" y="8324"/>
                </a:cubicBezTo>
                <a:cubicBezTo>
                  <a:pt x="4840" y="8324"/>
                  <a:pt x="4781" y="8324"/>
                  <a:pt x="4712" y="8315"/>
                </a:cubicBezTo>
                <a:cubicBezTo>
                  <a:pt x="3895" y="8246"/>
                  <a:pt x="3119" y="7646"/>
                  <a:pt x="2794" y="6830"/>
                </a:cubicBezTo>
                <a:cubicBezTo>
                  <a:pt x="2666" y="6495"/>
                  <a:pt x="2597" y="6141"/>
                  <a:pt x="2607" y="5787"/>
                </a:cubicBezTo>
                <a:lnTo>
                  <a:pt x="2607" y="5787"/>
                </a:lnTo>
                <a:cubicBezTo>
                  <a:pt x="2642" y="5789"/>
                  <a:pt x="2677" y="5790"/>
                  <a:pt x="2712" y="5790"/>
                </a:cubicBezTo>
                <a:cubicBezTo>
                  <a:pt x="3305" y="5790"/>
                  <a:pt x="3882" y="5555"/>
                  <a:pt x="4318" y="5128"/>
                </a:cubicBezTo>
                <a:cubicBezTo>
                  <a:pt x="4594" y="4833"/>
                  <a:pt x="4741" y="4440"/>
                  <a:pt x="4712" y="4027"/>
                </a:cubicBezTo>
                <a:cubicBezTo>
                  <a:pt x="4678" y="3619"/>
                  <a:pt x="4335" y="3317"/>
                  <a:pt x="3945" y="3317"/>
                </a:cubicBezTo>
                <a:cubicBezTo>
                  <a:pt x="3874" y="3317"/>
                  <a:pt x="3801" y="3327"/>
                  <a:pt x="3728" y="3348"/>
                </a:cubicBezTo>
                <a:cubicBezTo>
                  <a:pt x="3364" y="3446"/>
                  <a:pt x="2981" y="3781"/>
                  <a:pt x="2755" y="4194"/>
                </a:cubicBezTo>
                <a:cubicBezTo>
                  <a:pt x="2538" y="4607"/>
                  <a:pt x="2410" y="5049"/>
                  <a:pt x="2361" y="5502"/>
                </a:cubicBezTo>
                <a:cubicBezTo>
                  <a:pt x="2076" y="5462"/>
                  <a:pt x="1791" y="5374"/>
                  <a:pt x="1535" y="5217"/>
                </a:cubicBezTo>
                <a:cubicBezTo>
                  <a:pt x="748" y="4745"/>
                  <a:pt x="257" y="3800"/>
                  <a:pt x="276" y="2797"/>
                </a:cubicBezTo>
                <a:cubicBezTo>
                  <a:pt x="296" y="1892"/>
                  <a:pt x="719" y="958"/>
                  <a:pt x="1437" y="221"/>
                </a:cubicBezTo>
                <a:cubicBezTo>
                  <a:pt x="1534" y="131"/>
                  <a:pt x="1449" y="1"/>
                  <a:pt x="135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2"/>
          <p:cNvSpPr/>
          <p:nvPr/>
        </p:nvSpPr>
        <p:spPr>
          <a:xfrm>
            <a:off x="3090769" y="4730889"/>
            <a:ext cx="246675" cy="155422"/>
          </a:xfrm>
          <a:custGeom>
            <a:avLst/>
            <a:gdLst/>
            <a:ahLst/>
            <a:cxnLst/>
            <a:rect l="l" t="t" r="r" b="b"/>
            <a:pathLst>
              <a:path w="6512" h="4103" extrusionOk="0">
                <a:moveTo>
                  <a:pt x="3266" y="1191"/>
                </a:moveTo>
                <a:cubicBezTo>
                  <a:pt x="3885" y="1466"/>
                  <a:pt x="4318" y="2057"/>
                  <a:pt x="4406" y="2735"/>
                </a:cubicBezTo>
                <a:cubicBezTo>
                  <a:pt x="4436" y="2991"/>
                  <a:pt x="4387" y="3266"/>
                  <a:pt x="4259" y="3492"/>
                </a:cubicBezTo>
                <a:cubicBezTo>
                  <a:pt x="4131" y="3709"/>
                  <a:pt x="3895" y="3837"/>
                  <a:pt x="3649" y="3837"/>
                </a:cubicBezTo>
                <a:cubicBezTo>
                  <a:pt x="3226" y="3817"/>
                  <a:pt x="2951" y="3315"/>
                  <a:pt x="2902" y="2834"/>
                </a:cubicBezTo>
                <a:cubicBezTo>
                  <a:pt x="2833" y="2263"/>
                  <a:pt x="2961" y="1683"/>
                  <a:pt x="3266" y="1191"/>
                </a:cubicBezTo>
                <a:close/>
                <a:moveTo>
                  <a:pt x="4913" y="1"/>
                </a:moveTo>
                <a:cubicBezTo>
                  <a:pt x="4515" y="1"/>
                  <a:pt x="4112" y="106"/>
                  <a:pt x="3767" y="326"/>
                </a:cubicBezTo>
                <a:cubicBezTo>
                  <a:pt x="3541" y="473"/>
                  <a:pt x="3344" y="660"/>
                  <a:pt x="3177" y="876"/>
                </a:cubicBezTo>
                <a:lnTo>
                  <a:pt x="3118" y="857"/>
                </a:lnTo>
                <a:cubicBezTo>
                  <a:pt x="2913" y="801"/>
                  <a:pt x="2705" y="774"/>
                  <a:pt x="2498" y="774"/>
                </a:cubicBezTo>
                <a:cubicBezTo>
                  <a:pt x="1861" y="774"/>
                  <a:pt x="1240" y="1031"/>
                  <a:pt x="787" y="1506"/>
                </a:cubicBezTo>
                <a:cubicBezTo>
                  <a:pt x="207" y="2145"/>
                  <a:pt x="0" y="3040"/>
                  <a:pt x="227" y="3866"/>
                </a:cubicBezTo>
                <a:cubicBezTo>
                  <a:pt x="250" y="3920"/>
                  <a:pt x="296" y="3944"/>
                  <a:pt x="342" y="3944"/>
                </a:cubicBezTo>
                <a:cubicBezTo>
                  <a:pt x="413" y="3944"/>
                  <a:pt x="484" y="3887"/>
                  <a:pt x="473" y="3797"/>
                </a:cubicBezTo>
                <a:cubicBezTo>
                  <a:pt x="266" y="3050"/>
                  <a:pt x="453" y="2253"/>
                  <a:pt x="974" y="1683"/>
                </a:cubicBezTo>
                <a:cubicBezTo>
                  <a:pt x="1371" y="1264"/>
                  <a:pt x="1921" y="1033"/>
                  <a:pt x="2486" y="1033"/>
                </a:cubicBezTo>
                <a:cubicBezTo>
                  <a:pt x="2664" y="1033"/>
                  <a:pt x="2843" y="1056"/>
                  <a:pt x="3020" y="1103"/>
                </a:cubicBezTo>
                <a:cubicBezTo>
                  <a:pt x="2705" y="1634"/>
                  <a:pt x="2567" y="2253"/>
                  <a:pt x="2646" y="2873"/>
                </a:cubicBezTo>
                <a:cubicBezTo>
                  <a:pt x="2705" y="3433"/>
                  <a:pt x="3049" y="4063"/>
                  <a:pt x="3639" y="4102"/>
                </a:cubicBezTo>
                <a:lnTo>
                  <a:pt x="3679" y="4102"/>
                </a:lnTo>
                <a:cubicBezTo>
                  <a:pt x="4013" y="4092"/>
                  <a:pt x="4308" y="3915"/>
                  <a:pt x="4485" y="3630"/>
                </a:cubicBezTo>
                <a:cubicBezTo>
                  <a:pt x="4642" y="3355"/>
                  <a:pt x="4711" y="3030"/>
                  <a:pt x="4672" y="2715"/>
                </a:cubicBezTo>
                <a:cubicBezTo>
                  <a:pt x="4583" y="1958"/>
                  <a:pt x="4111" y="1299"/>
                  <a:pt x="3423" y="975"/>
                </a:cubicBezTo>
                <a:cubicBezTo>
                  <a:pt x="3561" y="808"/>
                  <a:pt x="3728" y="660"/>
                  <a:pt x="3905" y="542"/>
                </a:cubicBezTo>
                <a:cubicBezTo>
                  <a:pt x="4210" y="348"/>
                  <a:pt x="4566" y="254"/>
                  <a:pt x="4917" y="254"/>
                </a:cubicBezTo>
                <a:cubicBezTo>
                  <a:pt x="5437" y="254"/>
                  <a:pt x="5944" y="459"/>
                  <a:pt x="6255" y="847"/>
                </a:cubicBezTo>
                <a:cubicBezTo>
                  <a:pt x="6283" y="880"/>
                  <a:pt x="6321" y="898"/>
                  <a:pt x="6359" y="898"/>
                </a:cubicBezTo>
                <a:cubicBezTo>
                  <a:pt x="6388" y="898"/>
                  <a:pt x="6417" y="888"/>
                  <a:pt x="6442" y="867"/>
                </a:cubicBezTo>
                <a:cubicBezTo>
                  <a:pt x="6501" y="827"/>
                  <a:pt x="6511" y="739"/>
                  <a:pt x="6462" y="690"/>
                </a:cubicBezTo>
                <a:cubicBezTo>
                  <a:pt x="6101" y="240"/>
                  <a:pt x="5513" y="1"/>
                  <a:pt x="49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2"/>
          <p:cNvSpPr/>
          <p:nvPr/>
        </p:nvSpPr>
        <p:spPr>
          <a:xfrm>
            <a:off x="5657454" y="365464"/>
            <a:ext cx="257508" cy="137732"/>
          </a:xfrm>
          <a:custGeom>
            <a:avLst/>
            <a:gdLst/>
            <a:ahLst/>
            <a:cxnLst/>
            <a:rect l="l" t="t" r="r" b="b"/>
            <a:pathLst>
              <a:path w="6798" h="3636" extrusionOk="0">
                <a:moveTo>
                  <a:pt x="3296" y="1118"/>
                </a:moveTo>
                <a:cubicBezTo>
                  <a:pt x="3503" y="1511"/>
                  <a:pt x="3562" y="1964"/>
                  <a:pt x="3473" y="2397"/>
                </a:cubicBezTo>
                <a:cubicBezTo>
                  <a:pt x="3385" y="2810"/>
                  <a:pt x="3089" y="3272"/>
                  <a:pt x="2647" y="3370"/>
                </a:cubicBezTo>
                <a:cubicBezTo>
                  <a:pt x="2617" y="3377"/>
                  <a:pt x="2587" y="3380"/>
                  <a:pt x="2556" y="3380"/>
                </a:cubicBezTo>
                <a:cubicBezTo>
                  <a:pt x="2495" y="3380"/>
                  <a:pt x="2434" y="3367"/>
                  <a:pt x="2381" y="3341"/>
                </a:cubicBezTo>
                <a:cubicBezTo>
                  <a:pt x="2254" y="3262"/>
                  <a:pt x="2234" y="3065"/>
                  <a:pt x="2234" y="2947"/>
                </a:cubicBezTo>
                <a:cubicBezTo>
                  <a:pt x="2224" y="2328"/>
                  <a:pt x="2578" y="1679"/>
                  <a:pt x="3178" y="1216"/>
                </a:cubicBezTo>
                <a:cubicBezTo>
                  <a:pt x="3217" y="1187"/>
                  <a:pt x="3257" y="1157"/>
                  <a:pt x="3296" y="1118"/>
                </a:cubicBezTo>
                <a:close/>
                <a:moveTo>
                  <a:pt x="2120" y="0"/>
                </a:moveTo>
                <a:cubicBezTo>
                  <a:pt x="1852" y="0"/>
                  <a:pt x="1582" y="70"/>
                  <a:pt x="1349" y="203"/>
                </a:cubicBezTo>
                <a:cubicBezTo>
                  <a:pt x="601" y="597"/>
                  <a:pt x="110" y="1334"/>
                  <a:pt x="11" y="2161"/>
                </a:cubicBezTo>
                <a:cubicBezTo>
                  <a:pt x="1" y="2256"/>
                  <a:pt x="71" y="2309"/>
                  <a:pt x="140" y="2309"/>
                </a:cubicBezTo>
                <a:cubicBezTo>
                  <a:pt x="199" y="2309"/>
                  <a:pt x="258" y="2271"/>
                  <a:pt x="267" y="2190"/>
                </a:cubicBezTo>
                <a:cubicBezTo>
                  <a:pt x="355" y="1443"/>
                  <a:pt x="808" y="794"/>
                  <a:pt x="1467" y="430"/>
                </a:cubicBezTo>
                <a:cubicBezTo>
                  <a:pt x="1673" y="318"/>
                  <a:pt x="1902" y="259"/>
                  <a:pt x="2134" y="259"/>
                </a:cubicBezTo>
                <a:cubicBezTo>
                  <a:pt x="2167" y="259"/>
                  <a:pt x="2200" y="260"/>
                  <a:pt x="2234" y="262"/>
                </a:cubicBezTo>
                <a:cubicBezTo>
                  <a:pt x="2529" y="312"/>
                  <a:pt x="2785" y="459"/>
                  <a:pt x="2981" y="676"/>
                </a:cubicBezTo>
                <a:cubicBezTo>
                  <a:pt x="3050" y="744"/>
                  <a:pt x="3109" y="823"/>
                  <a:pt x="3168" y="902"/>
                </a:cubicBezTo>
                <a:cubicBezTo>
                  <a:pt x="3119" y="941"/>
                  <a:pt x="3070" y="971"/>
                  <a:pt x="3021" y="1010"/>
                </a:cubicBezTo>
                <a:cubicBezTo>
                  <a:pt x="2362" y="1521"/>
                  <a:pt x="1968" y="2249"/>
                  <a:pt x="1968" y="2947"/>
                </a:cubicBezTo>
                <a:cubicBezTo>
                  <a:pt x="1978" y="3242"/>
                  <a:pt x="2077" y="3459"/>
                  <a:pt x="2254" y="3567"/>
                </a:cubicBezTo>
                <a:cubicBezTo>
                  <a:pt x="2332" y="3616"/>
                  <a:pt x="2431" y="3636"/>
                  <a:pt x="2529" y="3636"/>
                </a:cubicBezTo>
                <a:cubicBezTo>
                  <a:pt x="2588" y="3636"/>
                  <a:pt x="2637" y="3636"/>
                  <a:pt x="2696" y="3626"/>
                </a:cubicBezTo>
                <a:cubicBezTo>
                  <a:pt x="3296" y="3498"/>
                  <a:pt x="3621" y="2918"/>
                  <a:pt x="3719" y="2456"/>
                </a:cubicBezTo>
                <a:cubicBezTo>
                  <a:pt x="3827" y="1964"/>
                  <a:pt x="3748" y="1443"/>
                  <a:pt x="3512" y="990"/>
                </a:cubicBezTo>
                <a:cubicBezTo>
                  <a:pt x="3793" y="820"/>
                  <a:pt x="4110" y="738"/>
                  <a:pt x="4439" y="738"/>
                </a:cubicBezTo>
                <a:cubicBezTo>
                  <a:pt x="4490" y="738"/>
                  <a:pt x="4542" y="740"/>
                  <a:pt x="4594" y="744"/>
                </a:cubicBezTo>
                <a:cubicBezTo>
                  <a:pt x="4909" y="794"/>
                  <a:pt x="5204" y="921"/>
                  <a:pt x="5450" y="1128"/>
                </a:cubicBezTo>
                <a:cubicBezTo>
                  <a:pt x="6178" y="1688"/>
                  <a:pt x="6512" y="2672"/>
                  <a:pt x="6246" y="3469"/>
                </a:cubicBezTo>
                <a:cubicBezTo>
                  <a:pt x="6217" y="3528"/>
                  <a:pt x="6256" y="3606"/>
                  <a:pt x="6325" y="3626"/>
                </a:cubicBezTo>
                <a:cubicBezTo>
                  <a:pt x="6341" y="3633"/>
                  <a:pt x="6357" y="3636"/>
                  <a:pt x="6373" y="3636"/>
                </a:cubicBezTo>
                <a:cubicBezTo>
                  <a:pt x="6427" y="3636"/>
                  <a:pt x="6477" y="3600"/>
                  <a:pt x="6492" y="3547"/>
                </a:cubicBezTo>
                <a:cubicBezTo>
                  <a:pt x="6797" y="2652"/>
                  <a:pt x="6423" y="1551"/>
                  <a:pt x="5607" y="921"/>
                </a:cubicBezTo>
                <a:cubicBezTo>
                  <a:pt x="5322" y="685"/>
                  <a:pt x="4988" y="538"/>
                  <a:pt x="4624" y="489"/>
                </a:cubicBezTo>
                <a:cubicBezTo>
                  <a:pt x="4551" y="480"/>
                  <a:pt x="4478" y="476"/>
                  <a:pt x="4405" y="476"/>
                </a:cubicBezTo>
                <a:cubicBezTo>
                  <a:pt x="4047" y="476"/>
                  <a:pt x="3695" y="576"/>
                  <a:pt x="3385" y="764"/>
                </a:cubicBezTo>
                <a:cubicBezTo>
                  <a:pt x="3326" y="666"/>
                  <a:pt x="3247" y="577"/>
                  <a:pt x="3168" y="498"/>
                </a:cubicBezTo>
                <a:cubicBezTo>
                  <a:pt x="2932" y="233"/>
                  <a:pt x="2617" y="56"/>
                  <a:pt x="2263" y="7"/>
                </a:cubicBezTo>
                <a:cubicBezTo>
                  <a:pt x="2216" y="2"/>
                  <a:pt x="2168" y="0"/>
                  <a:pt x="21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2"/>
          <p:cNvSpPr/>
          <p:nvPr/>
        </p:nvSpPr>
        <p:spPr>
          <a:xfrm rot="3391622">
            <a:off x="8663152" y="1547002"/>
            <a:ext cx="246675" cy="155422"/>
          </a:xfrm>
          <a:custGeom>
            <a:avLst/>
            <a:gdLst/>
            <a:ahLst/>
            <a:cxnLst/>
            <a:rect l="l" t="t" r="r" b="b"/>
            <a:pathLst>
              <a:path w="6512" h="4103" extrusionOk="0">
                <a:moveTo>
                  <a:pt x="3266" y="1191"/>
                </a:moveTo>
                <a:cubicBezTo>
                  <a:pt x="3885" y="1466"/>
                  <a:pt x="4318" y="2057"/>
                  <a:pt x="4406" y="2735"/>
                </a:cubicBezTo>
                <a:cubicBezTo>
                  <a:pt x="4436" y="2991"/>
                  <a:pt x="4387" y="3266"/>
                  <a:pt x="4259" y="3492"/>
                </a:cubicBezTo>
                <a:cubicBezTo>
                  <a:pt x="4131" y="3709"/>
                  <a:pt x="3895" y="3837"/>
                  <a:pt x="3649" y="3837"/>
                </a:cubicBezTo>
                <a:cubicBezTo>
                  <a:pt x="3226" y="3817"/>
                  <a:pt x="2951" y="3315"/>
                  <a:pt x="2902" y="2834"/>
                </a:cubicBezTo>
                <a:cubicBezTo>
                  <a:pt x="2833" y="2263"/>
                  <a:pt x="2961" y="1683"/>
                  <a:pt x="3266" y="1191"/>
                </a:cubicBezTo>
                <a:close/>
                <a:moveTo>
                  <a:pt x="4913" y="1"/>
                </a:moveTo>
                <a:cubicBezTo>
                  <a:pt x="4515" y="1"/>
                  <a:pt x="4112" y="106"/>
                  <a:pt x="3767" y="326"/>
                </a:cubicBezTo>
                <a:cubicBezTo>
                  <a:pt x="3541" y="473"/>
                  <a:pt x="3344" y="660"/>
                  <a:pt x="3177" y="876"/>
                </a:cubicBezTo>
                <a:lnTo>
                  <a:pt x="3118" y="857"/>
                </a:lnTo>
                <a:cubicBezTo>
                  <a:pt x="2913" y="801"/>
                  <a:pt x="2705" y="774"/>
                  <a:pt x="2498" y="774"/>
                </a:cubicBezTo>
                <a:cubicBezTo>
                  <a:pt x="1861" y="774"/>
                  <a:pt x="1240" y="1031"/>
                  <a:pt x="787" y="1506"/>
                </a:cubicBezTo>
                <a:cubicBezTo>
                  <a:pt x="207" y="2145"/>
                  <a:pt x="0" y="3040"/>
                  <a:pt x="227" y="3866"/>
                </a:cubicBezTo>
                <a:cubicBezTo>
                  <a:pt x="250" y="3920"/>
                  <a:pt x="296" y="3944"/>
                  <a:pt x="342" y="3944"/>
                </a:cubicBezTo>
                <a:cubicBezTo>
                  <a:pt x="413" y="3944"/>
                  <a:pt x="484" y="3887"/>
                  <a:pt x="473" y="3797"/>
                </a:cubicBezTo>
                <a:cubicBezTo>
                  <a:pt x="266" y="3050"/>
                  <a:pt x="453" y="2253"/>
                  <a:pt x="974" y="1683"/>
                </a:cubicBezTo>
                <a:cubicBezTo>
                  <a:pt x="1371" y="1264"/>
                  <a:pt x="1921" y="1033"/>
                  <a:pt x="2486" y="1033"/>
                </a:cubicBezTo>
                <a:cubicBezTo>
                  <a:pt x="2664" y="1033"/>
                  <a:pt x="2843" y="1056"/>
                  <a:pt x="3020" y="1103"/>
                </a:cubicBezTo>
                <a:cubicBezTo>
                  <a:pt x="2705" y="1634"/>
                  <a:pt x="2567" y="2253"/>
                  <a:pt x="2646" y="2873"/>
                </a:cubicBezTo>
                <a:cubicBezTo>
                  <a:pt x="2705" y="3433"/>
                  <a:pt x="3049" y="4063"/>
                  <a:pt x="3639" y="4102"/>
                </a:cubicBezTo>
                <a:lnTo>
                  <a:pt x="3679" y="4102"/>
                </a:lnTo>
                <a:cubicBezTo>
                  <a:pt x="4013" y="4092"/>
                  <a:pt x="4308" y="3915"/>
                  <a:pt x="4485" y="3630"/>
                </a:cubicBezTo>
                <a:cubicBezTo>
                  <a:pt x="4642" y="3355"/>
                  <a:pt x="4711" y="3030"/>
                  <a:pt x="4672" y="2715"/>
                </a:cubicBezTo>
                <a:cubicBezTo>
                  <a:pt x="4583" y="1958"/>
                  <a:pt x="4111" y="1299"/>
                  <a:pt x="3423" y="975"/>
                </a:cubicBezTo>
                <a:cubicBezTo>
                  <a:pt x="3561" y="808"/>
                  <a:pt x="3728" y="660"/>
                  <a:pt x="3905" y="542"/>
                </a:cubicBezTo>
                <a:cubicBezTo>
                  <a:pt x="4210" y="348"/>
                  <a:pt x="4566" y="254"/>
                  <a:pt x="4917" y="254"/>
                </a:cubicBezTo>
                <a:cubicBezTo>
                  <a:pt x="5437" y="254"/>
                  <a:pt x="5944" y="459"/>
                  <a:pt x="6255" y="847"/>
                </a:cubicBezTo>
                <a:cubicBezTo>
                  <a:pt x="6283" y="880"/>
                  <a:pt x="6321" y="898"/>
                  <a:pt x="6359" y="898"/>
                </a:cubicBezTo>
                <a:cubicBezTo>
                  <a:pt x="6388" y="898"/>
                  <a:pt x="6417" y="888"/>
                  <a:pt x="6442" y="867"/>
                </a:cubicBezTo>
                <a:cubicBezTo>
                  <a:pt x="6501" y="827"/>
                  <a:pt x="6511" y="739"/>
                  <a:pt x="6462" y="690"/>
                </a:cubicBezTo>
                <a:cubicBezTo>
                  <a:pt x="6101" y="240"/>
                  <a:pt x="5513" y="1"/>
                  <a:pt x="49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2"/>
          <p:cNvSpPr/>
          <p:nvPr/>
        </p:nvSpPr>
        <p:spPr>
          <a:xfrm rot="-5644555">
            <a:off x="6109206" y="4573604"/>
            <a:ext cx="352102" cy="453206"/>
          </a:xfrm>
          <a:custGeom>
            <a:avLst/>
            <a:gdLst/>
            <a:ahLst/>
            <a:cxnLst/>
            <a:rect l="l" t="t" r="r" b="b"/>
            <a:pathLst>
              <a:path w="9295" h="11964" extrusionOk="0">
                <a:moveTo>
                  <a:pt x="3948" y="3571"/>
                </a:moveTo>
                <a:cubicBezTo>
                  <a:pt x="4211" y="3571"/>
                  <a:pt x="4449" y="3775"/>
                  <a:pt x="4466" y="4056"/>
                </a:cubicBezTo>
                <a:cubicBezTo>
                  <a:pt x="4486" y="4381"/>
                  <a:pt x="4368" y="4705"/>
                  <a:pt x="4132" y="4941"/>
                </a:cubicBezTo>
                <a:cubicBezTo>
                  <a:pt x="3755" y="5317"/>
                  <a:pt x="3235" y="5523"/>
                  <a:pt x="2700" y="5523"/>
                </a:cubicBezTo>
                <a:cubicBezTo>
                  <a:pt x="2676" y="5523"/>
                  <a:pt x="2651" y="5522"/>
                  <a:pt x="2627" y="5521"/>
                </a:cubicBezTo>
                <a:cubicBezTo>
                  <a:pt x="2666" y="5099"/>
                  <a:pt x="2784" y="4686"/>
                  <a:pt x="2991" y="4312"/>
                </a:cubicBezTo>
                <a:cubicBezTo>
                  <a:pt x="3178" y="3958"/>
                  <a:pt x="3502" y="3673"/>
                  <a:pt x="3797" y="3594"/>
                </a:cubicBezTo>
                <a:cubicBezTo>
                  <a:pt x="3847" y="3578"/>
                  <a:pt x="3898" y="3571"/>
                  <a:pt x="3948" y="3571"/>
                </a:cubicBezTo>
                <a:close/>
                <a:moveTo>
                  <a:pt x="6307" y="6317"/>
                </a:moveTo>
                <a:cubicBezTo>
                  <a:pt x="6461" y="6317"/>
                  <a:pt x="6596" y="6386"/>
                  <a:pt x="6679" y="6515"/>
                </a:cubicBezTo>
                <a:cubicBezTo>
                  <a:pt x="6757" y="6682"/>
                  <a:pt x="6767" y="6869"/>
                  <a:pt x="6698" y="7046"/>
                </a:cubicBezTo>
                <a:cubicBezTo>
                  <a:pt x="6492" y="7695"/>
                  <a:pt x="5872" y="8187"/>
                  <a:pt x="5164" y="8295"/>
                </a:cubicBezTo>
                <a:cubicBezTo>
                  <a:pt x="5184" y="7852"/>
                  <a:pt x="5282" y="7410"/>
                  <a:pt x="5479" y="7007"/>
                </a:cubicBezTo>
                <a:cubicBezTo>
                  <a:pt x="5636" y="6682"/>
                  <a:pt x="5813" y="6475"/>
                  <a:pt x="6020" y="6377"/>
                </a:cubicBezTo>
                <a:cubicBezTo>
                  <a:pt x="6098" y="6338"/>
                  <a:pt x="6197" y="6318"/>
                  <a:pt x="6285" y="6318"/>
                </a:cubicBezTo>
                <a:lnTo>
                  <a:pt x="6275" y="6318"/>
                </a:lnTo>
                <a:cubicBezTo>
                  <a:pt x="6286" y="6317"/>
                  <a:pt x="6296" y="6317"/>
                  <a:pt x="6307" y="6317"/>
                </a:cubicBezTo>
                <a:close/>
                <a:moveTo>
                  <a:pt x="1350" y="1"/>
                </a:moveTo>
                <a:cubicBezTo>
                  <a:pt x="1320" y="1"/>
                  <a:pt x="1288" y="13"/>
                  <a:pt x="1260" y="44"/>
                </a:cubicBezTo>
                <a:cubicBezTo>
                  <a:pt x="483" y="830"/>
                  <a:pt x="40" y="1824"/>
                  <a:pt x="21" y="2797"/>
                </a:cubicBezTo>
                <a:cubicBezTo>
                  <a:pt x="1" y="3879"/>
                  <a:pt x="542" y="4922"/>
                  <a:pt x="1397" y="5443"/>
                </a:cubicBezTo>
                <a:cubicBezTo>
                  <a:pt x="1692" y="5610"/>
                  <a:pt x="2017" y="5728"/>
                  <a:pt x="2351" y="5767"/>
                </a:cubicBezTo>
                <a:cubicBezTo>
                  <a:pt x="2342" y="6161"/>
                  <a:pt x="2410" y="6554"/>
                  <a:pt x="2558" y="6918"/>
                </a:cubicBezTo>
                <a:cubicBezTo>
                  <a:pt x="2922" y="7833"/>
                  <a:pt x="3787" y="8501"/>
                  <a:pt x="4702" y="8570"/>
                </a:cubicBezTo>
                <a:cubicBezTo>
                  <a:pt x="4771" y="8580"/>
                  <a:pt x="4840" y="8580"/>
                  <a:pt x="4908" y="8580"/>
                </a:cubicBezTo>
                <a:cubicBezTo>
                  <a:pt x="4938" y="9318"/>
                  <a:pt x="5203" y="10036"/>
                  <a:pt x="5656" y="10626"/>
                </a:cubicBezTo>
                <a:cubicBezTo>
                  <a:pt x="6344" y="11472"/>
                  <a:pt x="7377" y="11963"/>
                  <a:pt x="8478" y="11963"/>
                </a:cubicBezTo>
                <a:cubicBezTo>
                  <a:pt x="8715" y="11963"/>
                  <a:pt x="8951" y="11944"/>
                  <a:pt x="9187" y="11894"/>
                </a:cubicBezTo>
                <a:cubicBezTo>
                  <a:pt x="9255" y="11875"/>
                  <a:pt x="9295" y="11806"/>
                  <a:pt x="9285" y="11737"/>
                </a:cubicBezTo>
                <a:cubicBezTo>
                  <a:pt x="9268" y="11679"/>
                  <a:pt x="9216" y="11634"/>
                  <a:pt x="9159" y="11634"/>
                </a:cubicBezTo>
                <a:cubicBezTo>
                  <a:pt x="9148" y="11634"/>
                  <a:pt x="9138" y="11636"/>
                  <a:pt x="9128" y="11639"/>
                </a:cubicBezTo>
                <a:cubicBezTo>
                  <a:pt x="8906" y="11683"/>
                  <a:pt x="8683" y="11705"/>
                  <a:pt x="8462" y="11705"/>
                </a:cubicBezTo>
                <a:cubicBezTo>
                  <a:pt x="7459" y="11705"/>
                  <a:pt x="6497" y="11258"/>
                  <a:pt x="5853" y="10468"/>
                </a:cubicBezTo>
                <a:cubicBezTo>
                  <a:pt x="5430" y="9918"/>
                  <a:pt x="5184" y="9249"/>
                  <a:pt x="5164" y="8560"/>
                </a:cubicBezTo>
                <a:cubicBezTo>
                  <a:pt x="5971" y="8442"/>
                  <a:pt x="6698" y="7872"/>
                  <a:pt x="6934" y="7125"/>
                </a:cubicBezTo>
                <a:cubicBezTo>
                  <a:pt x="7023" y="6879"/>
                  <a:pt x="7013" y="6613"/>
                  <a:pt x="6895" y="6377"/>
                </a:cubicBezTo>
                <a:cubicBezTo>
                  <a:pt x="6762" y="6162"/>
                  <a:pt x="6519" y="6065"/>
                  <a:pt x="6279" y="6065"/>
                </a:cubicBezTo>
                <a:cubicBezTo>
                  <a:pt x="6146" y="6065"/>
                  <a:pt x="6014" y="6095"/>
                  <a:pt x="5902" y="6151"/>
                </a:cubicBezTo>
                <a:cubicBezTo>
                  <a:pt x="5636" y="6279"/>
                  <a:pt x="5420" y="6515"/>
                  <a:pt x="5233" y="6898"/>
                </a:cubicBezTo>
                <a:cubicBezTo>
                  <a:pt x="5026" y="7341"/>
                  <a:pt x="4908" y="7833"/>
                  <a:pt x="4899" y="8324"/>
                </a:cubicBezTo>
                <a:cubicBezTo>
                  <a:pt x="4840" y="8324"/>
                  <a:pt x="4781" y="8324"/>
                  <a:pt x="4712" y="8315"/>
                </a:cubicBezTo>
                <a:cubicBezTo>
                  <a:pt x="3895" y="8246"/>
                  <a:pt x="3119" y="7646"/>
                  <a:pt x="2794" y="6830"/>
                </a:cubicBezTo>
                <a:cubicBezTo>
                  <a:pt x="2666" y="6495"/>
                  <a:pt x="2597" y="6141"/>
                  <a:pt x="2607" y="5787"/>
                </a:cubicBezTo>
                <a:lnTo>
                  <a:pt x="2607" y="5787"/>
                </a:lnTo>
                <a:cubicBezTo>
                  <a:pt x="2642" y="5789"/>
                  <a:pt x="2677" y="5790"/>
                  <a:pt x="2712" y="5790"/>
                </a:cubicBezTo>
                <a:cubicBezTo>
                  <a:pt x="3305" y="5790"/>
                  <a:pt x="3882" y="5555"/>
                  <a:pt x="4318" y="5128"/>
                </a:cubicBezTo>
                <a:cubicBezTo>
                  <a:pt x="4594" y="4833"/>
                  <a:pt x="4741" y="4440"/>
                  <a:pt x="4712" y="4027"/>
                </a:cubicBezTo>
                <a:cubicBezTo>
                  <a:pt x="4678" y="3619"/>
                  <a:pt x="4335" y="3317"/>
                  <a:pt x="3945" y="3317"/>
                </a:cubicBezTo>
                <a:cubicBezTo>
                  <a:pt x="3874" y="3317"/>
                  <a:pt x="3801" y="3327"/>
                  <a:pt x="3728" y="3348"/>
                </a:cubicBezTo>
                <a:cubicBezTo>
                  <a:pt x="3364" y="3446"/>
                  <a:pt x="2981" y="3781"/>
                  <a:pt x="2755" y="4194"/>
                </a:cubicBezTo>
                <a:cubicBezTo>
                  <a:pt x="2538" y="4607"/>
                  <a:pt x="2410" y="5049"/>
                  <a:pt x="2361" y="5502"/>
                </a:cubicBezTo>
                <a:cubicBezTo>
                  <a:pt x="2076" y="5462"/>
                  <a:pt x="1791" y="5374"/>
                  <a:pt x="1535" y="5217"/>
                </a:cubicBezTo>
                <a:cubicBezTo>
                  <a:pt x="748" y="4745"/>
                  <a:pt x="257" y="3800"/>
                  <a:pt x="276" y="2797"/>
                </a:cubicBezTo>
                <a:cubicBezTo>
                  <a:pt x="296" y="1892"/>
                  <a:pt x="719" y="958"/>
                  <a:pt x="1437" y="221"/>
                </a:cubicBezTo>
                <a:cubicBezTo>
                  <a:pt x="1534" y="131"/>
                  <a:pt x="1449" y="1"/>
                  <a:pt x="135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22"/>
          <p:cNvSpPr/>
          <p:nvPr/>
        </p:nvSpPr>
        <p:spPr>
          <a:xfrm rot="-3007948">
            <a:off x="2308158" y="-3793"/>
            <a:ext cx="352107" cy="453212"/>
          </a:xfrm>
          <a:custGeom>
            <a:avLst/>
            <a:gdLst/>
            <a:ahLst/>
            <a:cxnLst/>
            <a:rect l="l" t="t" r="r" b="b"/>
            <a:pathLst>
              <a:path w="9295" h="11964" extrusionOk="0">
                <a:moveTo>
                  <a:pt x="3948" y="3571"/>
                </a:moveTo>
                <a:cubicBezTo>
                  <a:pt x="4211" y="3571"/>
                  <a:pt x="4449" y="3775"/>
                  <a:pt x="4466" y="4056"/>
                </a:cubicBezTo>
                <a:cubicBezTo>
                  <a:pt x="4486" y="4381"/>
                  <a:pt x="4368" y="4705"/>
                  <a:pt x="4132" y="4941"/>
                </a:cubicBezTo>
                <a:cubicBezTo>
                  <a:pt x="3755" y="5317"/>
                  <a:pt x="3235" y="5523"/>
                  <a:pt x="2700" y="5523"/>
                </a:cubicBezTo>
                <a:cubicBezTo>
                  <a:pt x="2676" y="5523"/>
                  <a:pt x="2651" y="5522"/>
                  <a:pt x="2627" y="5521"/>
                </a:cubicBezTo>
                <a:cubicBezTo>
                  <a:pt x="2666" y="5099"/>
                  <a:pt x="2784" y="4686"/>
                  <a:pt x="2991" y="4312"/>
                </a:cubicBezTo>
                <a:cubicBezTo>
                  <a:pt x="3178" y="3958"/>
                  <a:pt x="3502" y="3673"/>
                  <a:pt x="3797" y="3594"/>
                </a:cubicBezTo>
                <a:cubicBezTo>
                  <a:pt x="3847" y="3578"/>
                  <a:pt x="3898" y="3571"/>
                  <a:pt x="3948" y="3571"/>
                </a:cubicBezTo>
                <a:close/>
                <a:moveTo>
                  <a:pt x="6307" y="6317"/>
                </a:moveTo>
                <a:cubicBezTo>
                  <a:pt x="6461" y="6317"/>
                  <a:pt x="6596" y="6386"/>
                  <a:pt x="6679" y="6515"/>
                </a:cubicBezTo>
                <a:cubicBezTo>
                  <a:pt x="6757" y="6682"/>
                  <a:pt x="6767" y="6869"/>
                  <a:pt x="6698" y="7046"/>
                </a:cubicBezTo>
                <a:cubicBezTo>
                  <a:pt x="6492" y="7695"/>
                  <a:pt x="5872" y="8187"/>
                  <a:pt x="5164" y="8295"/>
                </a:cubicBezTo>
                <a:cubicBezTo>
                  <a:pt x="5184" y="7852"/>
                  <a:pt x="5282" y="7410"/>
                  <a:pt x="5479" y="7007"/>
                </a:cubicBezTo>
                <a:cubicBezTo>
                  <a:pt x="5636" y="6682"/>
                  <a:pt x="5813" y="6475"/>
                  <a:pt x="6020" y="6377"/>
                </a:cubicBezTo>
                <a:cubicBezTo>
                  <a:pt x="6098" y="6338"/>
                  <a:pt x="6197" y="6318"/>
                  <a:pt x="6285" y="6318"/>
                </a:cubicBezTo>
                <a:lnTo>
                  <a:pt x="6275" y="6318"/>
                </a:lnTo>
                <a:cubicBezTo>
                  <a:pt x="6286" y="6317"/>
                  <a:pt x="6296" y="6317"/>
                  <a:pt x="6307" y="6317"/>
                </a:cubicBezTo>
                <a:close/>
                <a:moveTo>
                  <a:pt x="1350" y="1"/>
                </a:moveTo>
                <a:cubicBezTo>
                  <a:pt x="1320" y="1"/>
                  <a:pt x="1288" y="13"/>
                  <a:pt x="1260" y="44"/>
                </a:cubicBezTo>
                <a:cubicBezTo>
                  <a:pt x="483" y="830"/>
                  <a:pt x="40" y="1824"/>
                  <a:pt x="21" y="2797"/>
                </a:cubicBezTo>
                <a:cubicBezTo>
                  <a:pt x="1" y="3879"/>
                  <a:pt x="542" y="4922"/>
                  <a:pt x="1397" y="5443"/>
                </a:cubicBezTo>
                <a:cubicBezTo>
                  <a:pt x="1692" y="5610"/>
                  <a:pt x="2017" y="5728"/>
                  <a:pt x="2351" y="5767"/>
                </a:cubicBezTo>
                <a:cubicBezTo>
                  <a:pt x="2342" y="6161"/>
                  <a:pt x="2410" y="6554"/>
                  <a:pt x="2558" y="6918"/>
                </a:cubicBezTo>
                <a:cubicBezTo>
                  <a:pt x="2922" y="7833"/>
                  <a:pt x="3787" y="8501"/>
                  <a:pt x="4702" y="8570"/>
                </a:cubicBezTo>
                <a:cubicBezTo>
                  <a:pt x="4771" y="8580"/>
                  <a:pt x="4840" y="8580"/>
                  <a:pt x="4908" y="8580"/>
                </a:cubicBezTo>
                <a:cubicBezTo>
                  <a:pt x="4938" y="9318"/>
                  <a:pt x="5203" y="10036"/>
                  <a:pt x="5656" y="10626"/>
                </a:cubicBezTo>
                <a:cubicBezTo>
                  <a:pt x="6344" y="11472"/>
                  <a:pt x="7377" y="11963"/>
                  <a:pt x="8478" y="11963"/>
                </a:cubicBezTo>
                <a:cubicBezTo>
                  <a:pt x="8715" y="11963"/>
                  <a:pt x="8951" y="11944"/>
                  <a:pt x="9187" y="11894"/>
                </a:cubicBezTo>
                <a:cubicBezTo>
                  <a:pt x="9255" y="11875"/>
                  <a:pt x="9295" y="11806"/>
                  <a:pt x="9285" y="11737"/>
                </a:cubicBezTo>
                <a:cubicBezTo>
                  <a:pt x="9268" y="11679"/>
                  <a:pt x="9216" y="11634"/>
                  <a:pt x="9159" y="11634"/>
                </a:cubicBezTo>
                <a:cubicBezTo>
                  <a:pt x="9148" y="11634"/>
                  <a:pt x="9138" y="11636"/>
                  <a:pt x="9128" y="11639"/>
                </a:cubicBezTo>
                <a:cubicBezTo>
                  <a:pt x="8906" y="11683"/>
                  <a:pt x="8683" y="11705"/>
                  <a:pt x="8462" y="11705"/>
                </a:cubicBezTo>
                <a:cubicBezTo>
                  <a:pt x="7459" y="11705"/>
                  <a:pt x="6497" y="11258"/>
                  <a:pt x="5853" y="10468"/>
                </a:cubicBezTo>
                <a:cubicBezTo>
                  <a:pt x="5430" y="9918"/>
                  <a:pt x="5184" y="9249"/>
                  <a:pt x="5164" y="8560"/>
                </a:cubicBezTo>
                <a:cubicBezTo>
                  <a:pt x="5971" y="8442"/>
                  <a:pt x="6698" y="7872"/>
                  <a:pt x="6934" y="7125"/>
                </a:cubicBezTo>
                <a:cubicBezTo>
                  <a:pt x="7023" y="6879"/>
                  <a:pt x="7013" y="6613"/>
                  <a:pt x="6895" y="6377"/>
                </a:cubicBezTo>
                <a:cubicBezTo>
                  <a:pt x="6762" y="6162"/>
                  <a:pt x="6519" y="6065"/>
                  <a:pt x="6279" y="6065"/>
                </a:cubicBezTo>
                <a:cubicBezTo>
                  <a:pt x="6146" y="6065"/>
                  <a:pt x="6014" y="6095"/>
                  <a:pt x="5902" y="6151"/>
                </a:cubicBezTo>
                <a:cubicBezTo>
                  <a:pt x="5636" y="6279"/>
                  <a:pt x="5420" y="6515"/>
                  <a:pt x="5233" y="6898"/>
                </a:cubicBezTo>
                <a:cubicBezTo>
                  <a:pt x="5026" y="7341"/>
                  <a:pt x="4908" y="7833"/>
                  <a:pt x="4899" y="8324"/>
                </a:cubicBezTo>
                <a:cubicBezTo>
                  <a:pt x="4840" y="8324"/>
                  <a:pt x="4781" y="8324"/>
                  <a:pt x="4712" y="8315"/>
                </a:cubicBezTo>
                <a:cubicBezTo>
                  <a:pt x="3895" y="8246"/>
                  <a:pt x="3119" y="7646"/>
                  <a:pt x="2794" y="6830"/>
                </a:cubicBezTo>
                <a:cubicBezTo>
                  <a:pt x="2666" y="6495"/>
                  <a:pt x="2597" y="6141"/>
                  <a:pt x="2607" y="5787"/>
                </a:cubicBezTo>
                <a:lnTo>
                  <a:pt x="2607" y="5787"/>
                </a:lnTo>
                <a:cubicBezTo>
                  <a:pt x="2642" y="5789"/>
                  <a:pt x="2677" y="5790"/>
                  <a:pt x="2712" y="5790"/>
                </a:cubicBezTo>
                <a:cubicBezTo>
                  <a:pt x="3305" y="5790"/>
                  <a:pt x="3882" y="5555"/>
                  <a:pt x="4318" y="5128"/>
                </a:cubicBezTo>
                <a:cubicBezTo>
                  <a:pt x="4594" y="4833"/>
                  <a:pt x="4741" y="4440"/>
                  <a:pt x="4712" y="4027"/>
                </a:cubicBezTo>
                <a:cubicBezTo>
                  <a:pt x="4678" y="3619"/>
                  <a:pt x="4335" y="3317"/>
                  <a:pt x="3945" y="3317"/>
                </a:cubicBezTo>
                <a:cubicBezTo>
                  <a:pt x="3874" y="3317"/>
                  <a:pt x="3801" y="3327"/>
                  <a:pt x="3728" y="3348"/>
                </a:cubicBezTo>
                <a:cubicBezTo>
                  <a:pt x="3364" y="3446"/>
                  <a:pt x="2981" y="3781"/>
                  <a:pt x="2755" y="4194"/>
                </a:cubicBezTo>
                <a:cubicBezTo>
                  <a:pt x="2538" y="4607"/>
                  <a:pt x="2410" y="5049"/>
                  <a:pt x="2361" y="5502"/>
                </a:cubicBezTo>
                <a:cubicBezTo>
                  <a:pt x="2076" y="5462"/>
                  <a:pt x="1791" y="5374"/>
                  <a:pt x="1535" y="5217"/>
                </a:cubicBezTo>
                <a:cubicBezTo>
                  <a:pt x="748" y="4745"/>
                  <a:pt x="257" y="3800"/>
                  <a:pt x="276" y="2797"/>
                </a:cubicBezTo>
                <a:cubicBezTo>
                  <a:pt x="296" y="1892"/>
                  <a:pt x="719" y="958"/>
                  <a:pt x="1437" y="221"/>
                </a:cubicBezTo>
                <a:cubicBezTo>
                  <a:pt x="1534" y="131"/>
                  <a:pt x="1449" y="1"/>
                  <a:pt x="135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2"/>
          <p:cNvSpPr/>
          <p:nvPr/>
        </p:nvSpPr>
        <p:spPr>
          <a:xfrm rot="3391622">
            <a:off x="210327" y="399652"/>
            <a:ext cx="246675" cy="155422"/>
          </a:xfrm>
          <a:custGeom>
            <a:avLst/>
            <a:gdLst/>
            <a:ahLst/>
            <a:cxnLst/>
            <a:rect l="l" t="t" r="r" b="b"/>
            <a:pathLst>
              <a:path w="6512" h="4103" extrusionOk="0">
                <a:moveTo>
                  <a:pt x="3266" y="1191"/>
                </a:moveTo>
                <a:cubicBezTo>
                  <a:pt x="3885" y="1466"/>
                  <a:pt x="4318" y="2057"/>
                  <a:pt x="4406" y="2735"/>
                </a:cubicBezTo>
                <a:cubicBezTo>
                  <a:pt x="4436" y="2991"/>
                  <a:pt x="4387" y="3266"/>
                  <a:pt x="4259" y="3492"/>
                </a:cubicBezTo>
                <a:cubicBezTo>
                  <a:pt x="4131" y="3709"/>
                  <a:pt x="3895" y="3837"/>
                  <a:pt x="3649" y="3837"/>
                </a:cubicBezTo>
                <a:cubicBezTo>
                  <a:pt x="3226" y="3817"/>
                  <a:pt x="2951" y="3315"/>
                  <a:pt x="2902" y="2834"/>
                </a:cubicBezTo>
                <a:cubicBezTo>
                  <a:pt x="2833" y="2263"/>
                  <a:pt x="2961" y="1683"/>
                  <a:pt x="3266" y="1191"/>
                </a:cubicBezTo>
                <a:close/>
                <a:moveTo>
                  <a:pt x="4913" y="1"/>
                </a:moveTo>
                <a:cubicBezTo>
                  <a:pt x="4515" y="1"/>
                  <a:pt x="4112" y="106"/>
                  <a:pt x="3767" y="326"/>
                </a:cubicBezTo>
                <a:cubicBezTo>
                  <a:pt x="3541" y="473"/>
                  <a:pt x="3344" y="660"/>
                  <a:pt x="3177" y="876"/>
                </a:cubicBezTo>
                <a:lnTo>
                  <a:pt x="3118" y="857"/>
                </a:lnTo>
                <a:cubicBezTo>
                  <a:pt x="2913" y="801"/>
                  <a:pt x="2705" y="774"/>
                  <a:pt x="2498" y="774"/>
                </a:cubicBezTo>
                <a:cubicBezTo>
                  <a:pt x="1861" y="774"/>
                  <a:pt x="1240" y="1031"/>
                  <a:pt x="787" y="1506"/>
                </a:cubicBezTo>
                <a:cubicBezTo>
                  <a:pt x="207" y="2145"/>
                  <a:pt x="0" y="3040"/>
                  <a:pt x="227" y="3866"/>
                </a:cubicBezTo>
                <a:cubicBezTo>
                  <a:pt x="250" y="3920"/>
                  <a:pt x="296" y="3944"/>
                  <a:pt x="342" y="3944"/>
                </a:cubicBezTo>
                <a:cubicBezTo>
                  <a:pt x="413" y="3944"/>
                  <a:pt x="484" y="3887"/>
                  <a:pt x="473" y="3797"/>
                </a:cubicBezTo>
                <a:cubicBezTo>
                  <a:pt x="266" y="3050"/>
                  <a:pt x="453" y="2253"/>
                  <a:pt x="974" y="1683"/>
                </a:cubicBezTo>
                <a:cubicBezTo>
                  <a:pt x="1371" y="1264"/>
                  <a:pt x="1921" y="1033"/>
                  <a:pt x="2486" y="1033"/>
                </a:cubicBezTo>
                <a:cubicBezTo>
                  <a:pt x="2664" y="1033"/>
                  <a:pt x="2843" y="1056"/>
                  <a:pt x="3020" y="1103"/>
                </a:cubicBezTo>
                <a:cubicBezTo>
                  <a:pt x="2705" y="1634"/>
                  <a:pt x="2567" y="2253"/>
                  <a:pt x="2646" y="2873"/>
                </a:cubicBezTo>
                <a:cubicBezTo>
                  <a:pt x="2705" y="3433"/>
                  <a:pt x="3049" y="4063"/>
                  <a:pt x="3639" y="4102"/>
                </a:cubicBezTo>
                <a:lnTo>
                  <a:pt x="3679" y="4102"/>
                </a:lnTo>
                <a:cubicBezTo>
                  <a:pt x="4013" y="4092"/>
                  <a:pt x="4308" y="3915"/>
                  <a:pt x="4485" y="3630"/>
                </a:cubicBezTo>
                <a:cubicBezTo>
                  <a:pt x="4642" y="3355"/>
                  <a:pt x="4711" y="3030"/>
                  <a:pt x="4672" y="2715"/>
                </a:cubicBezTo>
                <a:cubicBezTo>
                  <a:pt x="4583" y="1958"/>
                  <a:pt x="4111" y="1299"/>
                  <a:pt x="3423" y="975"/>
                </a:cubicBezTo>
                <a:cubicBezTo>
                  <a:pt x="3561" y="808"/>
                  <a:pt x="3728" y="660"/>
                  <a:pt x="3905" y="542"/>
                </a:cubicBezTo>
                <a:cubicBezTo>
                  <a:pt x="4210" y="348"/>
                  <a:pt x="4566" y="254"/>
                  <a:pt x="4917" y="254"/>
                </a:cubicBezTo>
                <a:cubicBezTo>
                  <a:pt x="5437" y="254"/>
                  <a:pt x="5944" y="459"/>
                  <a:pt x="6255" y="847"/>
                </a:cubicBezTo>
                <a:cubicBezTo>
                  <a:pt x="6283" y="880"/>
                  <a:pt x="6321" y="898"/>
                  <a:pt x="6359" y="898"/>
                </a:cubicBezTo>
                <a:cubicBezTo>
                  <a:pt x="6388" y="898"/>
                  <a:pt x="6417" y="888"/>
                  <a:pt x="6442" y="867"/>
                </a:cubicBezTo>
                <a:cubicBezTo>
                  <a:pt x="6501" y="827"/>
                  <a:pt x="6511" y="739"/>
                  <a:pt x="6462" y="690"/>
                </a:cubicBezTo>
                <a:cubicBezTo>
                  <a:pt x="6101" y="240"/>
                  <a:pt x="5513" y="1"/>
                  <a:pt x="49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22"/>
          <p:cNvSpPr/>
          <p:nvPr/>
        </p:nvSpPr>
        <p:spPr>
          <a:xfrm>
            <a:off x="8719475" y="3259377"/>
            <a:ext cx="352095" cy="291473"/>
          </a:xfrm>
          <a:custGeom>
            <a:avLst/>
            <a:gdLst/>
            <a:ahLst/>
            <a:cxnLst/>
            <a:rect l="l" t="t" r="r" b="b"/>
            <a:pathLst>
              <a:path w="9295" h="11964" extrusionOk="0">
                <a:moveTo>
                  <a:pt x="3948" y="3571"/>
                </a:moveTo>
                <a:cubicBezTo>
                  <a:pt x="4211" y="3571"/>
                  <a:pt x="4449" y="3775"/>
                  <a:pt x="4466" y="4056"/>
                </a:cubicBezTo>
                <a:cubicBezTo>
                  <a:pt x="4486" y="4381"/>
                  <a:pt x="4368" y="4705"/>
                  <a:pt x="4132" y="4941"/>
                </a:cubicBezTo>
                <a:cubicBezTo>
                  <a:pt x="3755" y="5317"/>
                  <a:pt x="3235" y="5523"/>
                  <a:pt x="2700" y="5523"/>
                </a:cubicBezTo>
                <a:cubicBezTo>
                  <a:pt x="2676" y="5523"/>
                  <a:pt x="2651" y="5522"/>
                  <a:pt x="2627" y="5521"/>
                </a:cubicBezTo>
                <a:cubicBezTo>
                  <a:pt x="2666" y="5099"/>
                  <a:pt x="2784" y="4686"/>
                  <a:pt x="2991" y="4312"/>
                </a:cubicBezTo>
                <a:cubicBezTo>
                  <a:pt x="3178" y="3958"/>
                  <a:pt x="3502" y="3673"/>
                  <a:pt x="3797" y="3594"/>
                </a:cubicBezTo>
                <a:cubicBezTo>
                  <a:pt x="3847" y="3578"/>
                  <a:pt x="3898" y="3571"/>
                  <a:pt x="3948" y="3571"/>
                </a:cubicBezTo>
                <a:close/>
                <a:moveTo>
                  <a:pt x="6307" y="6317"/>
                </a:moveTo>
                <a:cubicBezTo>
                  <a:pt x="6461" y="6317"/>
                  <a:pt x="6596" y="6386"/>
                  <a:pt x="6679" y="6515"/>
                </a:cubicBezTo>
                <a:cubicBezTo>
                  <a:pt x="6757" y="6682"/>
                  <a:pt x="6767" y="6869"/>
                  <a:pt x="6698" y="7046"/>
                </a:cubicBezTo>
                <a:cubicBezTo>
                  <a:pt x="6492" y="7695"/>
                  <a:pt x="5872" y="8187"/>
                  <a:pt x="5164" y="8295"/>
                </a:cubicBezTo>
                <a:cubicBezTo>
                  <a:pt x="5184" y="7852"/>
                  <a:pt x="5282" y="7410"/>
                  <a:pt x="5479" y="7007"/>
                </a:cubicBezTo>
                <a:cubicBezTo>
                  <a:pt x="5636" y="6682"/>
                  <a:pt x="5813" y="6475"/>
                  <a:pt x="6020" y="6377"/>
                </a:cubicBezTo>
                <a:cubicBezTo>
                  <a:pt x="6098" y="6338"/>
                  <a:pt x="6197" y="6318"/>
                  <a:pt x="6285" y="6318"/>
                </a:cubicBezTo>
                <a:lnTo>
                  <a:pt x="6275" y="6318"/>
                </a:lnTo>
                <a:cubicBezTo>
                  <a:pt x="6286" y="6317"/>
                  <a:pt x="6296" y="6317"/>
                  <a:pt x="6307" y="6317"/>
                </a:cubicBezTo>
                <a:close/>
                <a:moveTo>
                  <a:pt x="1350" y="1"/>
                </a:moveTo>
                <a:cubicBezTo>
                  <a:pt x="1320" y="1"/>
                  <a:pt x="1288" y="13"/>
                  <a:pt x="1260" y="44"/>
                </a:cubicBezTo>
                <a:cubicBezTo>
                  <a:pt x="483" y="830"/>
                  <a:pt x="40" y="1824"/>
                  <a:pt x="21" y="2797"/>
                </a:cubicBezTo>
                <a:cubicBezTo>
                  <a:pt x="1" y="3879"/>
                  <a:pt x="542" y="4922"/>
                  <a:pt x="1397" y="5443"/>
                </a:cubicBezTo>
                <a:cubicBezTo>
                  <a:pt x="1692" y="5610"/>
                  <a:pt x="2017" y="5728"/>
                  <a:pt x="2351" y="5767"/>
                </a:cubicBezTo>
                <a:cubicBezTo>
                  <a:pt x="2342" y="6161"/>
                  <a:pt x="2410" y="6554"/>
                  <a:pt x="2558" y="6918"/>
                </a:cubicBezTo>
                <a:cubicBezTo>
                  <a:pt x="2922" y="7833"/>
                  <a:pt x="3787" y="8501"/>
                  <a:pt x="4702" y="8570"/>
                </a:cubicBezTo>
                <a:cubicBezTo>
                  <a:pt x="4771" y="8580"/>
                  <a:pt x="4840" y="8580"/>
                  <a:pt x="4908" y="8580"/>
                </a:cubicBezTo>
                <a:cubicBezTo>
                  <a:pt x="4938" y="9318"/>
                  <a:pt x="5203" y="10036"/>
                  <a:pt x="5656" y="10626"/>
                </a:cubicBezTo>
                <a:cubicBezTo>
                  <a:pt x="6344" y="11472"/>
                  <a:pt x="7377" y="11963"/>
                  <a:pt x="8478" y="11963"/>
                </a:cubicBezTo>
                <a:cubicBezTo>
                  <a:pt x="8715" y="11963"/>
                  <a:pt x="8951" y="11944"/>
                  <a:pt x="9187" y="11894"/>
                </a:cubicBezTo>
                <a:cubicBezTo>
                  <a:pt x="9255" y="11875"/>
                  <a:pt x="9295" y="11806"/>
                  <a:pt x="9285" y="11737"/>
                </a:cubicBezTo>
                <a:cubicBezTo>
                  <a:pt x="9268" y="11679"/>
                  <a:pt x="9216" y="11634"/>
                  <a:pt x="9159" y="11634"/>
                </a:cubicBezTo>
                <a:cubicBezTo>
                  <a:pt x="9148" y="11634"/>
                  <a:pt x="9138" y="11636"/>
                  <a:pt x="9128" y="11639"/>
                </a:cubicBezTo>
                <a:cubicBezTo>
                  <a:pt x="8906" y="11683"/>
                  <a:pt x="8683" y="11705"/>
                  <a:pt x="8462" y="11705"/>
                </a:cubicBezTo>
                <a:cubicBezTo>
                  <a:pt x="7459" y="11705"/>
                  <a:pt x="6497" y="11258"/>
                  <a:pt x="5853" y="10468"/>
                </a:cubicBezTo>
                <a:cubicBezTo>
                  <a:pt x="5430" y="9918"/>
                  <a:pt x="5184" y="9249"/>
                  <a:pt x="5164" y="8560"/>
                </a:cubicBezTo>
                <a:cubicBezTo>
                  <a:pt x="5971" y="8442"/>
                  <a:pt x="6698" y="7872"/>
                  <a:pt x="6934" y="7125"/>
                </a:cubicBezTo>
                <a:cubicBezTo>
                  <a:pt x="7023" y="6879"/>
                  <a:pt x="7013" y="6613"/>
                  <a:pt x="6895" y="6377"/>
                </a:cubicBezTo>
                <a:cubicBezTo>
                  <a:pt x="6762" y="6162"/>
                  <a:pt x="6519" y="6065"/>
                  <a:pt x="6279" y="6065"/>
                </a:cubicBezTo>
                <a:cubicBezTo>
                  <a:pt x="6146" y="6065"/>
                  <a:pt x="6014" y="6095"/>
                  <a:pt x="5902" y="6151"/>
                </a:cubicBezTo>
                <a:cubicBezTo>
                  <a:pt x="5636" y="6279"/>
                  <a:pt x="5420" y="6515"/>
                  <a:pt x="5233" y="6898"/>
                </a:cubicBezTo>
                <a:cubicBezTo>
                  <a:pt x="5026" y="7341"/>
                  <a:pt x="4908" y="7833"/>
                  <a:pt x="4899" y="8324"/>
                </a:cubicBezTo>
                <a:cubicBezTo>
                  <a:pt x="4840" y="8324"/>
                  <a:pt x="4781" y="8324"/>
                  <a:pt x="4712" y="8315"/>
                </a:cubicBezTo>
                <a:cubicBezTo>
                  <a:pt x="3895" y="8246"/>
                  <a:pt x="3119" y="7646"/>
                  <a:pt x="2794" y="6830"/>
                </a:cubicBezTo>
                <a:cubicBezTo>
                  <a:pt x="2666" y="6495"/>
                  <a:pt x="2597" y="6141"/>
                  <a:pt x="2607" y="5787"/>
                </a:cubicBezTo>
                <a:lnTo>
                  <a:pt x="2607" y="5787"/>
                </a:lnTo>
                <a:cubicBezTo>
                  <a:pt x="2642" y="5789"/>
                  <a:pt x="2677" y="5790"/>
                  <a:pt x="2712" y="5790"/>
                </a:cubicBezTo>
                <a:cubicBezTo>
                  <a:pt x="3305" y="5790"/>
                  <a:pt x="3882" y="5555"/>
                  <a:pt x="4318" y="5128"/>
                </a:cubicBezTo>
                <a:cubicBezTo>
                  <a:pt x="4594" y="4833"/>
                  <a:pt x="4741" y="4440"/>
                  <a:pt x="4712" y="4027"/>
                </a:cubicBezTo>
                <a:cubicBezTo>
                  <a:pt x="4678" y="3619"/>
                  <a:pt x="4335" y="3317"/>
                  <a:pt x="3945" y="3317"/>
                </a:cubicBezTo>
                <a:cubicBezTo>
                  <a:pt x="3874" y="3317"/>
                  <a:pt x="3801" y="3327"/>
                  <a:pt x="3728" y="3348"/>
                </a:cubicBezTo>
                <a:cubicBezTo>
                  <a:pt x="3364" y="3446"/>
                  <a:pt x="2981" y="3781"/>
                  <a:pt x="2755" y="4194"/>
                </a:cubicBezTo>
                <a:cubicBezTo>
                  <a:pt x="2538" y="4607"/>
                  <a:pt x="2410" y="5049"/>
                  <a:pt x="2361" y="5502"/>
                </a:cubicBezTo>
                <a:cubicBezTo>
                  <a:pt x="2076" y="5462"/>
                  <a:pt x="1791" y="5374"/>
                  <a:pt x="1535" y="5217"/>
                </a:cubicBezTo>
                <a:cubicBezTo>
                  <a:pt x="748" y="4745"/>
                  <a:pt x="257" y="3800"/>
                  <a:pt x="276" y="2797"/>
                </a:cubicBezTo>
                <a:cubicBezTo>
                  <a:pt x="296" y="1892"/>
                  <a:pt x="719" y="958"/>
                  <a:pt x="1437" y="221"/>
                </a:cubicBezTo>
                <a:cubicBezTo>
                  <a:pt x="1534" y="131"/>
                  <a:pt x="1449" y="1"/>
                  <a:pt x="135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8" name="Google Shape;258;p22"/>
          <p:cNvGrpSpPr/>
          <p:nvPr/>
        </p:nvGrpSpPr>
        <p:grpSpPr>
          <a:xfrm flipH="1">
            <a:off x="180000" y="3672195"/>
            <a:ext cx="1400298" cy="1319728"/>
            <a:chOff x="5547025" y="1155975"/>
            <a:chExt cx="2881864" cy="2716048"/>
          </a:xfrm>
        </p:grpSpPr>
        <p:sp>
          <p:nvSpPr>
            <p:cNvPr id="259" name="Google Shape;259;p22"/>
            <p:cNvSpPr/>
            <p:nvPr/>
          </p:nvSpPr>
          <p:spPr>
            <a:xfrm>
              <a:off x="5547025" y="1155975"/>
              <a:ext cx="2881864" cy="2716048"/>
            </a:xfrm>
            <a:custGeom>
              <a:avLst/>
              <a:gdLst/>
              <a:ahLst/>
              <a:cxnLst/>
              <a:rect l="l" t="t" r="r" b="b"/>
              <a:pathLst>
                <a:path w="58970" h="55577" extrusionOk="0">
                  <a:moveTo>
                    <a:pt x="12396" y="1"/>
                  </a:moveTo>
                  <a:cubicBezTo>
                    <a:pt x="11278" y="1"/>
                    <a:pt x="10211" y="462"/>
                    <a:pt x="9432" y="1260"/>
                  </a:cubicBezTo>
                  <a:cubicBezTo>
                    <a:pt x="8695" y="2017"/>
                    <a:pt x="8311" y="3049"/>
                    <a:pt x="8360" y="4102"/>
                  </a:cubicBezTo>
                  <a:lnTo>
                    <a:pt x="8567" y="8734"/>
                  </a:lnTo>
                  <a:cubicBezTo>
                    <a:pt x="8596" y="9472"/>
                    <a:pt x="8842" y="10180"/>
                    <a:pt x="9265" y="10789"/>
                  </a:cubicBezTo>
                  <a:cubicBezTo>
                    <a:pt x="9226" y="10839"/>
                    <a:pt x="9186" y="10888"/>
                    <a:pt x="9147" y="10937"/>
                  </a:cubicBezTo>
                  <a:lnTo>
                    <a:pt x="7731" y="10032"/>
                  </a:lnTo>
                  <a:cubicBezTo>
                    <a:pt x="7475" y="9875"/>
                    <a:pt x="7170" y="9786"/>
                    <a:pt x="6865" y="9786"/>
                  </a:cubicBezTo>
                  <a:lnTo>
                    <a:pt x="6767" y="9786"/>
                  </a:lnTo>
                  <a:lnTo>
                    <a:pt x="2115" y="10081"/>
                  </a:lnTo>
                  <a:cubicBezTo>
                    <a:pt x="1269" y="10140"/>
                    <a:pt x="610" y="10839"/>
                    <a:pt x="610" y="11684"/>
                  </a:cubicBezTo>
                  <a:lnTo>
                    <a:pt x="571" y="22129"/>
                  </a:lnTo>
                  <a:cubicBezTo>
                    <a:pt x="571" y="23024"/>
                    <a:pt x="1289" y="23742"/>
                    <a:pt x="2174" y="23742"/>
                  </a:cubicBezTo>
                  <a:lnTo>
                    <a:pt x="2233" y="23742"/>
                  </a:lnTo>
                  <a:lnTo>
                    <a:pt x="7288" y="23565"/>
                  </a:lnTo>
                  <a:cubicBezTo>
                    <a:pt x="7504" y="23555"/>
                    <a:pt x="7711" y="23506"/>
                    <a:pt x="7908" y="23417"/>
                  </a:cubicBezTo>
                  <a:lnTo>
                    <a:pt x="8980" y="22916"/>
                  </a:lnTo>
                  <a:cubicBezTo>
                    <a:pt x="9108" y="23103"/>
                    <a:pt x="9255" y="23289"/>
                    <a:pt x="9412" y="23466"/>
                  </a:cubicBezTo>
                  <a:lnTo>
                    <a:pt x="9422" y="23486"/>
                  </a:lnTo>
                  <a:cubicBezTo>
                    <a:pt x="9481" y="23545"/>
                    <a:pt x="9540" y="23604"/>
                    <a:pt x="9599" y="23663"/>
                  </a:cubicBezTo>
                  <a:cubicBezTo>
                    <a:pt x="9678" y="23742"/>
                    <a:pt x="9757" y="23811"/>
                    <a:pt x="9845" y="23879"/>
                  </a:cubicBezTo>
                  <a:lnTo>
                    <a:pt x="9393" y="26476"/>
                  </a:lnTo>
                  <a:cubicBezTo>
                    <a:pt x="8821" y="26314"/>
                    <a:pt x="8250" y="26238"/>
                    <a:pt x="7692" y="26238"/>
                  </a:cubicBezTo>
                  <a:cubicBezTo>
                    <a:pt x="4377" y="26238"/>
                    <a:pt x="1495" y="28929"/>
                    <a:pt x="1495" y="32455"/>
                  </a:cubicBezTo>
                  <a:cubicBezTo>
                    <a:pt x="1495" y="32927"/>
                    <a:pt x="1554" y="33390"/>
                    <a:pt x="1663" y="33852"/>
                  </a:cubicBezTo>
                  <a:cubicBezTo>
                    <a:pt x="335" y="36497"/>
                    <a:pt x="1" y="39645"/>
                    <a:pt x="748" y="42624"/>
                  </a:cubicBezTo>
                  <a:cubicBezTo>
                    <a:pt x="1623" y="46057"/>
                    <a:pt x="3944" y="49253"/>
                    <a:pt x="7121" y="51397"/>
                  </a:cubicBezTo>
                  <a:cubicBezTo>
                    <a:pt x="8862" y="52597"/>
                    <a:pt x="10838" y="53423"/>
                    <a:pt x="12914" y="53826"/>
                  </a:cubicBezTo>
                  <a:cubicBezTo>
                    <a:pt x="12835" y="54770"/>
                    <a:pt x="13573" y="55577"/>
                    <a:pt x="14517" y="55577"/>
                  </a:cubicBezTo>
                  <a:lnTo>
                    <a:pt x="37432" y="55577"/>
                  </a:lnTo>
                  <a:cubicBezTo>
                    <a:pt x="38140" y="55577"/>
                    <a:pt x="38769" y="55105"/>
                    <a:pt x="38976" y="54426"/>
                  </a:cubicBezTo>
                  <a:lnTo>
                    <a:pt x="40205" y="50217"/>
                  </a:lnTo>
                  <a:cubicBezTo>
                    <a:pt x="41612" y="50187"/>
                    <a:pt x="43008" y="50010"/>
                    <a:pt x="44385" y="49676"/>
                  </a:cubicBezTo>
                  <a:cubicBezTo>
                    <a:pt x="46047" y="49273"/>
                    <a:pt x="47640" y="48604"/>
                    <a:pt x="49096" y="47689"/>
                  </a:cubicBezTo>
                  <a:cubicBezTo>
                    <a:pt x="49616" y="47824"/>
                    <a:pt x="50143" y="47890"/>
                    <a:pt x="50664" y="47890"/>
                  </a:cubicBezTo>
                  <a:cubicBezTo>
                    <a:pt x="52501" y="47890"/>
                    <a:pt x="54276" y="47077"/>
                    <a:pt x="55479" y="45614"/>
                  </a:cubicBezTo>
                  <a:cubicBezTo>
                    <a:pt x="57023" y="43746"/>
                    <a:pt x="57328" y="41139"/>
                    <a:pt x="56265" y="38956"/>
                  </a:cubicBezTo>
                  <a:cubicBezTo>
                    <a:pt x="58114" y="34737"/>
                    <a:pt x="58970" y="29643"/>
                    <a:pt x="58596" y="24853"/>
                  </a:cubicBezTo>
                  <a:cubicBezTo>
                    <a:pt x="58154" y="19080"/>
                    <a:pt x="56275" y="13927"/>
                    <a:pt x="53148" y="9953"/>
                  </a:cubicBezTo>
                  <a:cubicBezTo>
                    <a:pt x="48702" y="4299"/>
                    <a:pt x="41828" y="925"/>
                    <a:pt x="34737" y="925"/>
                  </a:cubicBezTo>
                  <a:cubicBezTo>
                    <a:pt x="33095" y="925"/>
                    <a:pt x="31462" y="1102"/>
                    <a:pt x="29859" y="1456"/>
                  </a:cubicBezTo>
                  <a:cubicBezTo>
                    <a:pt x="29082" y="591"/>
                    <a:pt x="27971" y="99"/>
                    <a:pt x="26800" y="89"/>
                  </a:cubicBezTo>
                  <a:lnTo>
                    <a:pt x="13799" y="1"/>
                  </a:lnTo>
                  <a:lnTo>
                    <a:pt x="12432" y="1"/>
                  </a:lnTo>
                  <a:cubicBezTo>
                    <a:pt x="12420" y="1"/>
                    <a:pt x="12408" y="1"/>
                    <a:pt x="12396" y="1"/>
                  </a:cubicBezTo>
                  <a:close/>
                </a:path>
              </a:pathLst>
            </a:custGeom>
            <a:solidFill>
              <a:schemeClr val="accent6"/>
            </a:solidFill>
            <a:ln>
              <a:noFill/>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2"/>
            <p:cNvSpPr/>
            <p:nvPr/>
          </p:nvSpPr>
          <p:spPr>
            <a:xfrm>
              <a:off x="6396291" y="1282939"/>
              <a:ext cx="1954751" cy="2252125"/>
            </a:xfrm>
            <a:custGeom>
              <a:avLst/>
              <a:gdLst/>
              <a:ahLst/>
              <a:cxnLst/>
              <a:rect l="l" t="t" r="r" b="b"/>
              <a:pathLst>
                <a:path w="39999" h="46084" extrusionOk="0">
                  <a:moveTo>
                    <a:pt x="17318" y="0"/>
                  </a:moveTo>
                  <a:cubicBezTo>
                    <a:pt x="13852" y="0"/>
                    <a:pt x="10349" y="851"/>
                    <a:pt x="7111" y="2645"/>
                  </a:cubicBezTo>
                  <a:cubicBezTo>
                    <a:pt x="5380" y="3608"/>
                    <a:pt x="3767" y="4818"/>
                    <a:pt x="2568" y="6392"/>
                  </a:cubicBezTo>
                  <a:cubicBezTo>
                    <a:pt x="758" y="8762"/>
                    <a:pt x="1" y="11820"/>
                    <a:pt x="60" y="14800"/>
                  </a:cubicBezTo>
                  <a:cubicBezTo>
                    <a:pt x="99" y="16915"/>
                    <a:pt x="551" y="19069"/>
                    <a:pt x="1653" y="20878"/>
                  </a:cubicBezTo>
                  <a:cubicBezTo>
                    <a:pt x="4161" y="25009"/>
                    <a:pt x="9678" y="26868"/>
                    <a:pt x="11468" y="31362"/>
                  </a:cubicBezTo>
                  <a:cubicBezTo>
                    <a:pt x="12491" y="33919"/>
                    <a:pt x="12058" y="36850"/>
                    <a:pt x="12845" y="39495"/>
                  </a:cubicBezTo>
                  <a:cubicBezTo>
                    <a:pt x="13514" y="41728"/>
                    <a:pt x="15009" y="43626"/>
                    <a:pt x="17025" y="44796"/>
                  </a:cubicBezTo>
                  <a:cubicBezTo>
                    <a:pt x="18623" y="45719"/>
                    <a:pt x="20576" y="46084"/>
                    <a:pt x="22525" y="46084"/>
                  </a:cubicBezTo>
                  <a:cubicBezTo>
                    <a:pt x="23921" y="46084"/>
                    <a:pt x="25314" y="45897"/>
                    <a:pt x="26574" y="45593"/>
                  </a:cubicBezTo>
                  <a:cubicBezTo>
                    <a:pt x="30449" y="44659"/>
                    <a:pt x="33400" y="42279"/>
                    <a:pt x="35504" y="39181"/>
                  </a:cubicBezTo>
                  <a:cubicBezTo>
                    <a:pt x="38750" y="34421"/>
                    <a:pt x="39999" y="27949"/>
                    <a:pt x="39576" y="22442"/>
                  </a:cubicBezTo>
                  <a:cubicBezTo>
                    <a:pt x="39192" y="17387"/>
                    <a:pt x="37638" y="12450"/>
                    <a:pt x="34472" y="8418"/>
                  </a:cubicBezTo>
                  <a:cubicBezTo>
                    <a:pt x="30216" y="3006"/>
                    <a:pt x="23832" y="0"/>
                    <a:pt x="1731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2"/>
            <p:cNvSpPr/>
            <p:nvPr/>
          </p:nvSpPr>
          <p:spPr>
            <a:xfrm>
              <a:off x="5618180" y="2603945"/>
              <a:ext cx="1155433" cy="1118243"/>
            </a:xfrm>
            <a:custGeom>
              <a:avLst/>
              <a:gdLst/>
              <a:ahLst/>
              <a:cxnLst/>
              <a:rect l="l" t="t" r="r" b="b"/>
              <a:pathLst>
                <a:path w="23643" h="22882" extrusionOk="0">
                  <a:moveTo>
                    <a:pt x="9691" y="0"/>
                  </a:moveTo>
                  <a:cubicBezTo>
                    <a:pt x="7092" y="0"/>
                    <a:pt x="4588" y="960"/>
                    <a:pt x="2705" y="3289"/>
                  </a:cubicBezTo>
                  <a:cubicBezTo>
                    <a:pt x="620" y="5855"/>
                    <a:pt x="0" y="9465"/>
                    <a:pt x="807" y="12671"/>
                  </a:cubicBezTo>
                  <a:cubicBezTo>
                    <a:pt x="1623" y="15867"/>
                    <a:pt x="3777" y="18660"/>
                    <a:pt x="6521" y="20509"/>
                  </a:cubicBezTo>
                  <a:cubicBezTo>
                    <a:pt x="8615" y="21925"/>
                    <a:pt x="11074" y="22830"/>
                    <a:pt x="13592" y="22879"/>
                  </a:cubicBezTo>
                  <a:cubicBezTo>
                    <a:pt x="13660" y="22881"/>
                    <a:pt x="13729" y="22881"/>
                    <a:pt x="13797" y="22881"/>
                  </a:cubicBezTo>
                  <a:cubicBezTo>
                    <a:pt x="16249" y="22881"/>
                    <a:pt x="18726" y="22026"/>
                    <a:pt x="20515" y="20362"/>
                  </a:cubicBezTo>
                  <a:cubicBezTo>
                    <a:pt x="22620" y="18395"/>
                    <a:pt x="23643" y="15425"/>
                    <a:pt x="23456" y="12553"/>
                  </a:cubicBezTo>
                  <a:cubicBezTo>
                    <a:pt x="23269" y="9681"/>
                    <a:pt x="21951" y="6947"/>
                    <a:pt x="20014" y="4833"/>
                  </a:cubicBezTo>
                  <a:cubicBezTo>
                    <a:pt x="17450" y="2030"/>
                    <a:pt x="13470" y="0"/>
                    <a:pt x="96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2"/>
            <p:cNvSpPr/>
            <p:nvPr/>
          </p:nvSpPr>
          <p:spPr>
            <a:xfrm>
              <a:off x="7502712" y="1628939"/>
              <a:ext cx="450386" cy="450386"/>
            </a:xfrm>
            <a:custGeom>
              <a:avLst/>
              <a:gdLst/>
              <a:ahLst/>
              <a:cxnLst/>
              <a:rect l="l" t="t" r="r" b="b"/>
              <a:pathLst>
                <a:path w="9216" h="9216" extrusionOk="0">
                  <a:moveTo>
                    <a:pt x="4603" y="0"/>
                  </a:moveTo>
                  <a:cubicBezTo>
                    <a:pt x="2056" y="0"/>
                    <a:pt x="0" y="2065"/>
                    <a:pt x="0" y="4603"/>
                  </a:cubicBezTo>
                  <a:cubicBezTo>
                    <a:pt x="0" y="7150"/>
                    <a:pt x="2056" y="9215"/>
                    <a:pt x="4603" y="9215"/>
                  </a:cubicBezTo>
                  <a:cubicBezTo>
                    <a:pt x="7150" y="9215"/>
                    <a:pt x="9216" y="7150"/>
                    <a:pt x="9216" y="4603"/>
                  </a:cubicBezTo>
                  <a:cubicBezTo>
                    <a:pt x="9216" y="2065"/>
                    <a:pt x="7150" y="0"/>
                    <a:pt x="46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2"/>
            <p:cNvSpPr/>
            <p:nvPr/>
          </p:nvSpPr>
          <p:spPr>
            <a:xfrm>
              <a:off x="5696519" y="2520475"/>
              <a:ext cx="450386" cy="449897"/>
            </a:xfrm>
            <a:custGeom>
              <a:avLst/>
              <a:gdLst/>
              <a:ahLst/>
              <a:cxnLst/>
              <a:rect l="l" t="t" r="r" b="b"/>
              <a:pathLst>
                <a:path w="9216" h="9206" extrusionOk="0">
                  <a:moveTo>
                    <a:pt x="4603" y="1"/>
                  </a:moveTo>
                  <a:cubicBezTo>
                    <a:pt x="2065" y="1"/>
                    <a:pt x="0" y="2056"/>
                    <a:pt x="0" y="4603"/>
                  </a:cubicBezTo>
                  <a:cubicBezTo>
                    <a:pt x="0" y="7150"/>
                    <a:pt x="2065" y="9206"/>
                    <a:pt x="4603" y="9206"/>
                  </a:cubicBezTo>
                  <a:cubicBezTo>
                    <a:pt x="7150" y="9206"/>
                    <a:pt x="9215" y="7150"/>
                    <a:pt x="9215" y="4603"/>
                  </a:cubicBezTo>
                  <a:cubicBezTo>
                    <a:pt x="9215" y="2056"/>
                    <a:pt x="7150" y="1"/>
                    <a:pt x="46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2"/>
            <p:cNvSpPr/>
            <p:nvPr/>
          </p:nvSpPr>
          <p:spPr>
            <a:xfrm>
              <a:off x="7796373" y="2970813"/>
              <a:ext cx="450386" cy="450386"/>
            </a:xfrm>
            <a:custGeom>
              <a:avLst/>
              <a:gdLst/>
              <a:ahLst/>
              <a:cxnLst/>
              <a:rect l="l" t="t" r="r" b="b"/>
              <a:pathLst>
                <a:path w="9216" h="9216" extrusionOk="0">
                  <a:moveTo>
                    <a:pt x="4603" y="1"/>
                  </a:moveTo>
                  <a:cubicBezTo>
                    <a:pt x="2066" y="1"/>
                    <a:pt x="0" y="2066"/>
                    <a:pt x="0" y="4603"/>
                  </a:cubicBezTo>
                  <a:cubicBezTo>
                    <a:pt x="0" y="7151"/>
                    <a:pt x="2066" y="9216"/>
                    <a:pt x="4603" y="9216"/>
                  </a:cubicBezTo>
                  <a:cubicBezTo>
                    <a:pt x="7150" y="9216"/>
                    <a:pt x="9216" y="7151"/>
                    <a:pt x="9216" y="4603"/>
                  </a:cubicBezTo>
                  <a:cubicBezTo>
                    <a:pt x="9216" y="2066"/>
                    <a:pt x="7150" y="1"/>
                    <a:pt x="46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2"/>
            <p:cNvSpPr/>
            <p:nvPr/>
          </p:nvSpPr>
          <p:spPr>
            <a:xfrm>
              <a:off x="6033919" y="2214793"/>
              <a:ext cx="294197" cy="598413"/>
            </a:xfrm>
            <a:custGeom>
              <a:avLst/>
              <a:gdLst/>
              <a:ahLst/>
              <a:cxnLst/>
              <a:rect l="l" t="t" r="r" b="b"/>
              <a:pathLst>
                <a:path w="6020" h="12245" extrusionOk="0">
                  <a:moveTo>
                    <a:pt x="1869" y="1"/>
                  </a:moveTo>
                  <a:lnTo>
                    <a:pt x="0" y="10652"/>
                  </a:lnTo>
                  <a:lnTo>
                    <a:pt x="5380" y="12245"/>
                  </a:lnTo>
                  <a:lnTo>
                    <a:pt x="6019" y="40"/>
                  </a:lnTo>
                  <a:lnTo>
                    <a:pt x="1869" y="1"/>
                  </a:lnTo>
                  <a:close/>
                </a:path>
              </a:pathLst>
            </a:custGeom>
            <a:solidFill>
              <a:srgbClr val="F9C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2"/>
            <p:cNvSpPr/>
            <p:nvPr/>
          </p:nvSpPr>
          <p:spPr>
            <a:xfrm>
              <a:off x="7165312" y="2142221"/>
              <a:ext cx="362420" cy="236042"/>
            </a:xfrm>
            <a:custGeom>
              <a:avLst/>
              <a:gdLst/>
              <a:ahLst/>
              <a:cxnLst/>
              <a:rect l="l" t="t" r="r" b="b"/>
              <a:pathLst>
                <a:path w="7416" h="4830" extrusionOk="0">
                  <a:moveTo>
                    <a:pt x="7416" y="1"/>
                  </a:moveTo>
                  <a:lnTo>
                    <a:pt x="915" y="1781"/>
                  </a:lnTo>
                  <a:lnTo>
                    <a:pt x="0" y="2027"/>
                  </a:lnTo>
                  <a:lnTo>
                    <a:pt x="0" y="4829"/>
                  </a:lnTo>
                  <a:lnTo>
                    <a:pt x="7416" y="3669"/>
                  </a:lnTo>
                  <a:lnTo>
                    <a:pt x="7416" y="1"/>
                  </a:lnTo>
                  <a:close/>
                </a:path>
              </a:pathLst>
            </a:custGeom>
            <a:solidFill>
              <a:srgbClr val="F9C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2"/>
            <p:cNvSpPr/>
            <p:nvPr/>
          </p:nvSpPr>
          <p:spPr>
            <a:xfrm>
              <a:off x="7164824" y="2214207"/>
              <a:ext cx="290337" cy="129652"/>
            </a:xfrm>
            <a:custGeom>
              <a:avLst/>
              <a:gdLst/>
              <a:ahLst/>
              <a:cxnLst/>
              <a:rect l="l" t="t" r="r" b="b"/>
              <a:pathLst>
                <a:path w="5941" h="2653" extrusionOk="0">
                  <a:moveTo>
                    <a:pt x="3885" y="0"/>
                  </a:moveTo>
                  <a:cubicBezTo>
                    <a:pt x="2893" y="0"/>
                    <a:pt x="1902" y="104"/>
                    <a:pt x="925" y="308"/>
                  </a:cubicBezTo>
                  <a:lnTo>
                    <a:pt x="0" y="554"/>
                  </a:lnTo>
                  <a:lnTo>
                    <a:pt x="0" y="2619"/>
                  </a:lnTo>
                  <a:cubicBezTo>
                    <a:pt x="145" y="2635"/>
                    <a:pt x="290" y="2651"/>
                    <a:pt x="434" y="2651"/>
                  </a:cubicBezTo>
                  <a:cubicBezTo>
                    <a:pt x="467" y="2651"/>
                    <a:pt x="499" y="2650"/>
                    <a:pt x="532" y="2648"/>
                  </a:cubicBezTo>
                  <a:cubicBezTo>
                    <a:pt x="600" y="2651"/>
                    <a:pt x="668" y="2652"/>
                    <a:pt x="736" y="2652"/>
                  </a:cubicBezTo>
                  <a:cubicBezTo>
                    <a:pt x="1661" y="2652"/>
                    <a:pt x="2583" y="2410"/>
                    <a:pt x="3462" y="2117"/>
                  </a:cubicBezTo>
                  <a:cubicBezTo>
                    <a:pt x="4131" y="1901"/>
                    <a:pt x="4790" y="1635"/>
                    <a:pt x="5331" y="1183"/>
                  </a:cubicBezTo>
                  <a:cubicBezTo>
                    <a:pt x="5655" y="917"/>
                    <a:pt x="5931" y="554"/>
                    <a:pt x="5941" y="150"/>
                  </a:cubicBezTo>
                  <a:cubicBezTo>
                    <a:pt x="5258" y="50"/>
                    <a:pt x="4571" y="0"/>
                    <a:pt x="3885" y="0"/>
                  </a:cubicBezTo>
                  <a:close/>
                </a:path>
              </a:pathLst>
            </a:custGeom>
            <a:solidFill>
              <a:srgbClr val="000000">
                <a:alpha val="3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2"/>
            <p:cNvSpPr/>
            <p:nvPr/>
          </p:nvSpPr>
          <p:spPr>
            <a:xfrm>
              <a:off x="6932202" y="1473679"/>
              <a:ext cx="690240" cy="798145"/>
            </a:xfrm>
            <a:custGeom>
              <a:avLst/>
              <a:gdLst/>
              <a:ahLst/>
              <a:cxnLst/>
              <a:rect l="l" t="t" r="r" b="b"/>
              <a:pathLst>
                <a:path w="14124" h="16332" extrusionOk="0">
                  <a:moveTo>
                    <a:pt x="7052" y="0"/>
                  </a:moveTo>
                  <a:cubicBezTo>
                    <a:pt x="3157" y="0"/>
                    <a:pt x="0" y="3266"/>
                    <a:pt x="0" y="7288"/>
                  </a:cubicBezTo>
                  <a:cubicBezTo>
                    <a:pt x="0" y="7593"/>
                    <a:pt x="20" y="7888"/>
                    <a:pt x="50" y="8193"/>
                  </a:cubicBezTo>
                  <a:cubicBezTo>
                    <a:pt x="50" y="10081"/>
                    <a:pt x="295" y="14733"/>
                    <a:pt x="669" y="15294"/>
                  </a:cubicBezTo>
                  <a:cubicBezTo>
                    <a:pt x="1182" y="16065"/>
                    <a:pt x="2759" y="16331"/>
                    <a:pt x="4545" y="16331"/>
                  </a:cubicBezTo>
                  <a:cubicBezTo>
                    <a:pt x="7040" y="16331"/>
                    <a:pt x="9943" y="15811"/>
                    <a:pt x="10917" y="15421"/>
                  </a:cubicBezTo>
                  <a:cubicBezTo>
                    <a:pt x="11743" y="15087"/>
                    <a:pt x="12255" y="13425"/>
                    <a:pt x="12559" y="11851"/>
                  </a:cubicBezTo>
                  <a:cubicBezTo>
                    <a:pt x="13572" y="10543"/>
                    <a:pt x="14123" y="8940"/>
                    <a:pt x="14113" y="7288"/>
                  </a:cubicBezTo>
                  <a:cubicBezTo>
                    <a:pt x="14113" y="3266"/>
                    <a:pt x="10956" y="0"/>
                    <a:pt x="7052" y="0"/>
                  </a:cubicBezTo>
                  <a:close/>
                </a:path>
              </a:pathLst>
            </a:custGeom>
            <a:solidFill>
              <a:srgbClr val="F9C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2"/>
            <p:cNvSpPr/>
            <p:nvPr/>
          </p:nvSpPr>
          <p:spPr>
            <a:xfrm>
              <a:off x="7293157" y="1505396"/>
              <a:ext cx="446525" cy="761834"/>
            </a:xfrm>
            <a:custGeom>
              <a:avLst/>
              <a:gdLst/>
              <a:ahLst/>
              <a:cxnLst/>
              <a:rect l="l" t="t" r="r" b="b"/>
              <a:pathLst>
                <a:path w="9137" h="15589" extrusionOk="0">
                  <a:moveTo>
                    <a:pt x="6265" y="1"/>
                  </a:moveTo>
                  <a:cubicBezTo>
                    <a:pt x="4505" y="197"/>
                    <a:pt x="2036" y="699"/>
                    <a:pt x="286" y="1023"/>
                  </a:cubicBezTo>
                  <a:cubicBezTo>
                    <a:pt x="0" y="1790"/>
                    <a:pt x="59" y="2646"/>
                    <a:pt x="453" y="3374"/>
                  </a:cubicBezTo>
                  <a:cubicBezTo>
                    <a:pt x="866" y="4052"/>
                    <a:pt x="1554" y="4515"/>
                    <a:pt x="2341" y="4623"/>
                  </a:cubicBezTo>
                  <a:cubicBezTo>
                    <a:pt x="1800" y="5597"/>
                    <a:pt x="1544" y="6806"/>
                    <a:pt x="1977" y="7839"/>
                  </a:cubicBezTo>
                  <a:cubicBezTo>
                    <a:pt x="2380" y="8832"/>
                    <a:pt x="3325" y="9481"/>
                    <a:pt x="4249" y="10022"/>
                  </a:cubicBezTo>
                  <a:cubicBezTo>
                    <a:pt x="4524" y="9727"/>
                    <a:pt x="4770" y="9452"/>
                    <a:pt x="5154" y="9324"/>
                  </a:cubicBezTo>
                  <a:cubicBezTo>
                    <a:pt x="5296" y="9271"/>
                    <a:pt x="5451" y="9243"/>
                    <a:pt x="5603" y="9243"/>
                  </a:cubicBezTo>
                  <a:cubicBezTo>
                    <a:pt x="5850" y="9243"/>
                    <a:pt x="6093" y="9317"/>
                    <a:pt x="6275" y="9481"/>
                  </a:cubicBezTo>
                  <a:cubicBezTo>
                    <a:pt x="6708" y="9865"/>
                    <a:pt x="6639" y="10563"/>
                    <a:pt x="6413" y="11094"/>
                  </a:cubicBezTo>
                  <a:cubicBezTo>
                    <a:pt x="6236" y="11488"/>
                    <a:pt x="6000" y="11842"/>
                    <a:pt x="5695" y="12146"/>
                  </a:cubicBezTo>
                  <a:cubicBezTo>
                    <a:pt x="5400" y="12451"/>
                    <a:pt x="5046" y="12697"/>
                    <a:pt x="4800" y="13032"/>
                  </a:cubicBezTo>
                  <a:cubicBezTo>
                    <a:pt x="4318" y="13681"/>
                    <a:pt x="4760" y="14782"/>
                    <a:pt x="4780" y="15589"/>
                  </a:cubicBezTo>
                  <a:cubicBezTo>
                    <a:pt x="5016" y="14910"/>
                    <a:pt x="5282" y="14310"/>
                    <a:pt x="5960" y="14064"/>
                  </a:cubicBezTo>
                  <a:cubicBezTo>
                    <a:pt x="6629" y="13818"/>
                    <a:pt x="7367" y="13632"/>
                    <a:pt x="7888" y="13130"/>
                  </a:cubicBezTo>
                  <a:cubicBezTo>
                    <a:pt x="8566" y="12481"/>
                    <a:pt x="8694" y="11360"/>
                    <a:pt x="8281" y="10514"/>
                  </a:cubicBezTo>
                  <a:cubicBezTo>
                    <a:pt x="8212" y="10396"/>
                    <a:pt x="8173" y="10268"/>
                    <a:pt x="8163" y="10140"/>
                  </a:cubicBezTo>
                  <a:cubicBezTo>
                    <a:pt x="8183" y="10003"/>
                    <a:pt x="8242" y="9875"/>
                    <a:pt x="8340" y="9766"/>
                  </a:cubicBezTo>
                  <a:cubicBezTo>
                    <a:pt x="9107" y="8635"/>
                    <a:pt x="9137" y="7170"/>
                    <a:pt x="9117" y="5803"/>
                  </a:cubicBezTo>
                  <a:cubicBezTo>
                    <a:pt x="9098" y="4564"/>
                    <a:pt x="9127" y="3256"/>
                    <a:pt x="8557" y="2145"/>
                  </a:cubicBezTo>
                  <a:cubicBezTo>
                    <a:pt x="8055" y="1191"/>
                    <a:pt x="7249" y="433"/>
                    <a:pt x="6265" y="1"/>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2"/>
            <p:cNvSpPr/>
            <p:nvPr/>
          </p:nvSpPr>
          <p:spPr>
            <a:xfrm>
              <a:off x="6966313" y="1895672"/>
              <a:ext cx="75504" cy="31765"/>
            </a:xfrm>
            <a:custGeom>
              <a:avLst/>
              <a:gdLst/>
              <a:ahLst/>
              <a:cxnLst/>
              <a:rect l="l" t="t" r="r" b="b"/>
              <a:pathLst>
                <a:path w="1545" h="650" fill="none" extrusionOk="0">
                  <a:moveTo>
                    <a:pt x="1" y="286"/>
                  </a:moveTo>
                  <a:cubicBezTo>
                    <a:pt x="532" y="0"/>
                    <a:pt x="1191" y="158"/>
                    <a:pt x="1545" y="649"/>
                  </a:cubicBezTo>
                </a:path>
              </a:pathLst>
            </a:custGeom>
            <a:solidFill>
              <a:schemeClr val="lt2"/>
            </a:solidFill>
            <a:ln w="9525"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2"/>
            <p:cNvSpPr/>
            <p:nvPr/>
          </p:nvSpPr>
          <p:spPr>
            <a:xfrm>
              <a:off x="7219607" y="1897920"/>
              <a:ext cx="69591" cy="58839"/>
            </a:xfrm>
            <a:custGeom>
              <a:avLst/>
              <a:gdLst/>
              <a:ahLst/>
              <a:cxnLst/>
              <a:rect l="l" t="t" r="r" b="b"/>
              <a:pathLst>
                <a:path w="1424" h="1204" extrusionOk="0">
                  <a:moveTo>
                    <a:pt x="640" y="1"/>
                  </a:moveTo>
                  <a:cubicBezTo>
                    <a:pt x="621" y="1"/>
                    <a:pt x="601" y="2"/>
                    <a:pt x="581" y="4"/>
                  </a:cubicBezTo>
                  <a:cubicBezTo>
                    <a:pt x="247" y="33"/>
                    <a:pt x="1" y="318"/>
                    <a:pt x="40" y="653"/>
                  </a:cubicBezTo>
                  <a:cubicBezTo>
                    <a:pt x="65" y="992"/>
                    <a:pt x="352" y="1203"/>
                    <a:pt x="645" y="1203"/>
                  </a:cubicBezTo>
                  <a:cubicBezTo>
                    <a:pt x="810" y="1203"/>
                    <a:pt x="978" y="1136"/>
                    <a:pt x="1102" y="987"/>
                  </a:cubicBezTo>
                  <a:cubicBezTo>
                    <a:pt x="1424" y="590"/>
                    <a:pt x="1135" y="1"/>
                    <a:pt x="6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2"/>
            <p:cNvSpPr/>
            <p:nvPr/>
          </p:nvSpPr>
          <p:spPr>
            <a:xfrm>
              <a:off x="7054768" y="1864493"/>
              <a:ext cx="55810" cy="151839"/>
            </a:xfrm>
            <a:custGeom>
              <a:avLst/>
              <a:gdLst/>
              <a:ahLst/>
              <a:cxnLst/>
              <a:rect l="l" t="t" r="r" b="b"/>
              <a:pathLst>
                <a:path w="1142" h="3107" extrusionOk="0">
                  <a:moveTo>
                    <a:pt x="857" y="0"/>
                  </a:moveTo>
                  <a:cubicBezTo>
                    <a:pt x="797" y="0"/>
                    <a:pt x="737" y="46"/>
                    <a:pt x="748" y="127"/>
                  </a:cubicBezTo>
                  <a:lnTo>
                    <a:pt x="876" y="1042"/>
                  </a:lnTo>
                  <a:cubicBezTo>
                    <a:pt x="915" y="1356"/>
                    <a:pt x="758" y="1661"/>
                    <a:pt x="482" y="1819"/>
                  </a:cubicBezTo>
                  <a:lnTo>
                    <a:pt x="69" y="2045"/>
                  </a:lnTo>
                  <a:cubicBezTo>
                    <a:pt x="20" y="2064"/>
                    <a:pt x="0" y="2114"/>
                    <a:pt x="10" y="2163"/>
                  </a:cubicBezTo>
                  <a:lnTo>
                    <a:pt x="246" y="3028"/>
                  </a:lnTo>
                  <a:cubicBezTo>
                    <a:pt x="256" y="3077"/>
                    <a:pt x="295" y="3107"/>
                    <a:pt x="345" y="3107"/>
                  </a:cubicBezTo>
                  <a:cubicBezTo>
                    <a:pt x="413" y="3107"/>
                    <a:pt x="472" y="3038"/>
                    <a:pt x="453" y="2969"/>
                  </a:cubicBezTo>
                  <a:lnTo>
                    <a:pt x="246" y="2192"/>
                  </a:lnTo>
                  <a:lnTo>
                    <a:pt x="590" y="2005"/>
                  </a:lnTo>
                  <a:cubicBezTo>
                    <a:pt x="944" y="1809"/>
                    <a:pt x="1141" y="1415"/>
                    <a:pt x="1092" y="1012"/>
                  </a:cubicBezTo>
                  <a:lnTo>
                    <a:pt x="964" y="97"/>
                  </a:lnTo>
                  <a:cubicBezTo>
                    <a:pt x="955" y="31"/>
                    <a:pt x="906" y="0"/>
                    <a:pt x="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2"/>
            <p:cNvSpPr/>
            <p:nvPr/>
          </p:nvSpPr>
          <p:spPr>
            <a:xfrm>
              <a:off x="7084090" y="2017749"/>
              <a:ext cx="89481" cy="53415"/>
            </a:xfrm>
            <a:custGeom>
              <a:avLst/>
              <a:gdLst/>
              <a:ahLst/>
              <a:cxnLst/>
              <a:rect l="l" t="t" r="r" b="b"/>
              <a:pathLst>
                <a:path w="1831" h="1093" extrusionOk="0">
                  <a:moveTo>
                    <a:pt x="1708" y="1"/>
                  </a:moveTo>
                  <a:cubicBezTo>
                    <a:pt x="1658" y="1"/>
                    <a:pt x="1608" y="31"/>
                    <a:pt x="1603" y="99"/>
                  </a:cubicBezTo>
                  <a:cubicBezTo>
                    <a:pt x="1556" y="573"/>
                    <a:pt x="1158" y="879"/>
                    <a:pt x="742" y="879"/>
                  </a:cubicBezTo>
                  <a:cubicBezTo>
                    <a:pt x="554" y="879"/>
                    <a:pt x="362" y="817"/>
                    <a:pt x="197" y="679"/>
                  </a:cubicBezTo>
                  <a:cubicBezTo>
                    <a:pt x="176" y="663"/>
                    <a:pt x="152" y="655"/>
                    <a:pt x="129" y="655"/>
                  </a:cubicBezTo>
                  <a:cubicBezTo>
                    <a:pt x="95" y="655"/>
                    <a:pt x="62" y="670"/>
                    <a:pt x="40" y="699"/>
                  </a:cubicBezTo>
                  <a:cubicBezTo>
                    <a:pt x="0" y="738"/>
                    <a:pt x="10" y="807"/>
                    <a:pt x="59" y="846"/>
                  </a:cubicBezTo>
                  <a:cubicBezTo>
                    <a:pt x="256" y="1013"/>
                    <a:pt x="502" y="1092"/>
                    <a:pt x="748" y="1092"/>
                  </a:cubicBezTo>
                  <a:cubicBezTo>
                    <a:pt x="895" y="1092"/>
                    <a:pt x="1033" y="1072"/>
                    <a:pt x="1161" y="1013"/>
                  </a:cubicBezTo>
                  <a:cubicBezTo>
                    <a:pt x="1525" y="856"/>
                    <a:pt x="1780" y="522"/>
                    <a:pt x="1820" y="118"/>
                  </a:cubicBezTo>
                  <a:cubicBezTo>
                    <a:pt x="1830" y="44"/>
                    <a:pt x="1769" y="1"/>
                    <a:pt x="170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2"/>
            <p:cNvSpPr/>
            <p:nvPr/>
          </p:nvSpPr>
          <p:spPr>
            <a:xfrm>
              <a:off x="7204702" y="1785763"/>
              <a:ext cx="110495" cy="66561"/>
            </a:xfrm>
            <a:custGeom>
              <a:avLst/>
              <a:gdLst/>
              <a:ahLst/>
              <a:cxnLst/>
              <a:rect l="l" t="t" r="r" b="b"/>
              <a:pathLst>
                <a:path w="2261" h="1362" extrusionOk="0">
                  <a:moveTo>
                    <a:pt x="868" y="1"/>
                  </a:moveTo>
                  <a:cubicBezTo>
                    <a:pt x="689" y="1"/>
                    <a:pt x="524" y="31"/>
                    <a:pt x="404" y="96"/>
                  </a:cubicBezTo>
                  <a:cubicBezTo>
                    <a:pt x="266" y="164"/>
                    <a:pt x="158" y="273"/>
                    <a:pt x="79" y="400"/>
                  </a:cubicBezTo>
                  <a:cubicBezTo>
                    <a:pt x="11" y="528"/>
                    <a:pt x="1" y="695"/>
                    <a:pt x="70" y="833"/>
                  </a:cubicBezTo>
                  <a:cubicBezTo>
                    <a:pt x="138" y="961"/>
                    <a:pt x="256" y="1059"/>
                    <a:pt x="394" y="1118"/>
                  </a:cubicBezTo>
                  <a:cubicBezTo>
                    <a:pt x="552" y="1197"/>
                    <a:pt x="709" y="1266"/>
                    <a:pt x="886" y="1315"/>
                  </a:cubicBezTo>
                  <a:cubicBezTo>
                    <a:pt x="984" y="1346"/>
                    <a:pt x="1103" y="1362"/>
                    <a:pt x="1228" y="1362"/>
                  </a:cubicBezTo>
                  <a:cubicBezTo>
                    <a:pt x="1704" y="1362"/>
                    <a:pt x="2260" y="1127"/>
                    <a:pt x="2027" y="558"/>
                  </a:cubicBezTo>
                  <a:cubicBezTo>
                    <a:pt x="1872" y="198"/>
                    <a:pt x="1323" y="1"/>
                    <a:pt x="868" y="1"/>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2"/>
            <p:cNvSpPr/>
            <p:nvPr/>
          </p:nvSpPr>
          <p:spPr>
            <a:xfrm>
              <a:off x="6955268" y="1800571"/>
              <a:ext cx="118754" cy="65339"/>
            </a:xfrm>
            <a:custGeom>
              <a:avLst/>
              <a:gdLst/>
              <a:ahLst/>
              <a:cxnLst/>
              <a:rect l="l" t="t" r="r" b="b"/>
              <a:pathLst>
                <a:path w="2430" h="1337" extrusionOk="0">
                  <a:moveTo>
                    <a:pt x="1200" y="1"/>
                  </a:moveTo>
                  <a:cubicBezTo>
                    <a:pt x="822" y="1"/>
                    <a:pt x="421" y="132"/>
                    <a:pt x="237" y="333"/>
                  </a:cubicBezTo>
                  <a:cubicBezTo>
                    <a:pt x="128" y="432"/>
                    <a:pt x="50" y="570"/>
                    <a:pt x="30" y="717"/>
                  </a:cubicBezTo>
                  <a:cubicBezTo>
                    <a:pt x="0" y="865"/>
                    <a:pt x="50" y="1022"/>
                    <a:pt x="148" y="1130"/>
                  </a:cubicBezTo>
                  <a:cubicBezTo>
                    <a:pt x="266" y="1228"/>
                    <a:pt x="404" y="1287"/>
                    <a:pt x="551" y="1297"/>
                  </a:cubicBezTo>
                  <a:cubicBezTo>
                    <a:pt x="728" y="1327"/>
                    <a:pt x="895" y="1337"/>
                    <a:pt x="1072" y="1337"/>
                  </a:cubicBezTo>
                  <a:cubicBezTo>
                    <a:pt x="1564" y="1327"/>
                    <a:pt x="2430" y="845"/>
                    <a:pt x="1918" y="255"/>
                  </a:cubicBezTo>
                  <a:cubicBezTo>
                    <a:pt x="1761" y="77"/>
                    <a:pt x="1487" y="1"/>
                    <a:pt x="1200" y="1"/>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2"/>
            <p:cNvSpPr/>
            <p:nvPr/>
          </p:nvSpPr>
          <p:spPr>
            <a:xfrm>
              <a:off x="7435907" y="1927389"/>
              <a:ext cx="238437" cy="218693"/>
            </a:xfrm>
            <a:custGeom>
              <a:avLst/>
              <a:gdLst/>
              <a:ahLst/>
              <a:cxnLst/>
              <a:rect l="l" t="t" r="r" b="b"/>
              <a:pathLst>
                <a:path w="4879" h="4475" extrusionOk="0">
                  <a:moveTo>
                    <a:pt x="2442" y="1"/>
                  </a:moveTo>
                  <a:cubicBezTo>
                    <a:pt x="2288" y="1"/>
                    <a:pt x="2133" y="16"/>
                    <a:pt x="1977" y="50"/>
                  </a:cubicBezTo>
                  <a:cubicBezTo>
                    <a:pt x="767" y="305"/>
                    <a:pt x="0" y="1495"/>
                    <a:pt x="256" y="2705"/>
                  </a:cubicBezTo>
                  <a:cubicBezTo>
                    <a:pt x="479" y="3750"/>
                    <a:pt x="1411" y="4475"/>
                    <a:pt x="2441" y="4475"/>
                  </a:cubicBezTo>
                  <a:cubicBezTo>
                    <a:pt x="2593" y="4475"/>
                    <a:pt x="2747" y="4459"/>
                    <a:pt x="2902" y="4426"/>
                  </a:cubicBezTo>
                  <a:cubicBezTo>
                    <a:pt x="4111" y="4161"/>
                    <a:pt x="4878" y="2980"/>
                    <a:pt x="4623" y="1771"/>
                  </a:cubicBezTo>
                  <a:cubicBezTo>
                    <a:pt x="4400" y="718"/>
                    <a:pt x="3470" y="1"/>
                    <a:pt x="2442" y="1"/>
                  </a:cubicBezTo>
                  <a:close/>
                </a:path>
              </a:pathLst>
            </a:custGeom>
            <a:solidFill>
              <a:srgbClr val="F9C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2"/>
            <p:cNvSpPr/>
            <p:nvPr/>
          </p:nvSpPr>
          <p:spPr>
            <a:xfrm>
              <a:off x="7512779" y="1961011"/>
              <a:ext cx="99548" cy="144264"/>
            </a:xfrm>
            <a:custGeom>
              <a:avLst/>
              <a:gdLst/>
              <a:ahLst/>
              <a:cxnLst/>
              <a:rect l="l" t="t" r="r" b="b"/>
              <a:pathLst>
                <a:path w="2037" h="2952" extrusionOk="0">
                  <a:moveTo>
                    <a:pt x="1722" y="0"/>
                  </a:moveTo>
                  <a:cubicBezTo>
                    <a:pt x="1706" y="0"/>
                    <a:pt x="1690" y="4"/>
                    <a:pt x="1673" y="11"/>
                  </a:cubicBezTo>
                  <a:cubicBezTo>
                    <a:pt x="620" y="552"/>
                    <a:pt x="1" y="1663"/>
                    <a:pt x="89" y="2843"/>
                  </a:cubicBezTo>
                  <a:cubicBezTo>
                    <a:pt x="99" y="2902"/>
                    <a:pt x="148" y="2942"/>
                    <a:pt x="207" y="2951"/>
                  </a:cubicBezTo>
                  <a:lnTo>
                    <a:pt x="227" y="2951"/>
                  </a:lnTo>
                  <a:cubicBezTo>
                    <a:pt x="286" y="2942"/>
                    <a:pt x="335" y="2882"/>
                    <a:pt x="335" y="2823"/>
                  </a:cubicBezTo>
                  <a:cubicBezTo>
                    <a:pt x="335" y="2676"/>
                    <a:pt x="384" y="2528"/>
                    <a:pt x="483" y="2410"/>
                  </a:cubicBezTo>
                  <a:cubicBezTo>
                    <a:pt x="650" y="2174"/>
                    <a:pt x="856" y="1978"/>
                    <a:pt x="1102" y="1820"/>
                  </a:cubicBezTo>
                  <a:cubicBezTo>
                    <a:pt x="1306" y="1688"/>
                    <a:pt x="1549" y="1611"/>
                    <a:pt x="1795" y="1611"/>
                  </a:cubicBezTo>
                  <a:cubicBezTo>
                    <a:pt x="1823" y="1611"/>
                    <a:pt x="1851" y="1612"/>
                    <a:pt x="1879" y="1614"/>
                  </a:cubicBezTo>
                  <a:cubicBezTo>
                    <a:pt x="2027" y="1614"/>
                    <a:pt x="2037" y="1397"/>
                    <a:pt x="1899" y="1378"/>
                  </a:cubicBezTo>
                  <a:cubicBezTo>
                    <a:pt x="1869" y="1376"/>
                    <a:pt x="1839" y="1375"/>
                    <a:pt x="1810" y="1375"/>
                  </a:cubicBezTo>
                  <a:cubicBezTo>
                    <a:pt x="1515" y="1375"/>
                    <a:pt x="1225" y="1463"/>
                    <a:pt x="975" y="1624"/>
                  </a:cubicBezTo>
                  <a:cubicBezTo>
                    <a:pt x="729" y="1781"/>
                    <a:pt x="512" y="1988"/>
                    <a:pt x="335" y="2224"/>
                  </a:cubicBezTo>
                  <a:cubicBezTo>
                    <a:pt x="463" y="1368"/>
                    <a:pt x="1004" y="621"/>
                    <a:pt x="1781" y="227"/>
                  </a:cubicBezTo>
                  <a:cubicBezTo>
                    <a:pt x="1902" y="167"/>
                    <a:pt x="1833" y="0"/>
                    <a:pt x="17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2"/>
            <p:cNvSpPr/>
            <p:nvPr/>
          </p:nvSpPr>
          <p:spPr>
            <a:xfrm>
              <a:off x="6899996" y="1438102"/>
              <a:ext cx="717167" cy="234723"/>
            </a:xfrm>
            <a:custGeom>
              <a:avLst/>
              <a:gdLst/>
              <a:ahLst/>
              <a:cxnLst/>
              <a:rect l="l" t="t" r="r" b="b"/>
              <a:pathLst>
                <a:path w="14675" h="4803" extrusionOk="0">
                  <a:moveTo>
                    <a:pt x="6039" y="1"/>
                  </a:moveTo>
                  <a:cubicBezTo>
                    <a:pt x="4111" y="1"/>
                    <a:pt x="2184" y="45"/>
                    <a:pt x="286" y="99"/>
                  </a:cubicBezTo>
                  <a:cubicBezTo>
                    <a:pt x="0" y="679"/>
                    <a:pt x="276" y="1437"/>
                    <a:pt x="797" y="1830"/>
                  </a:cubicBezTo>
                  <a:cubicBezTo>
                    <a:pt x="1249" y="2180"/>
                    <a:pt x="1828" y="2300"/>
                    <a:pt x="2397" y="2300"/>
                  </a:cubicBezTo>
                  <a:cubicBezTo>
                    <a:pt x="2484" y="2300"/>
                    <a:pt x="2570" y="2297"/>
                    <a:pt x="2656" y="2292"/>
                  </a:cubicBezTo>
                  <a:cubicBezTo>
                    <a:pt x="3536" y="3793"/>
                    <a:pt x="5232" y="4802"/>
                    <a:pt x="6957" y="4802"/>
                  </a:cubicBezTo>
                  <a:cubicBezTo>
                    <a:pt x="7198" y="4802"/>
                    <a:pt x="7441" y="4782"/>
                    <a:pt x="7681" y="4741"/>
                  </a:cubicBezTo>
                  <a:cubicBezTo>
                    <a:pt x="8478" y="4603"/>
                    <a:pt x="9216" y="4249"/>
                    <a:pt x="9953" y="3905"/>
                  </a:cubicBezTo>
                  <a:cubicBezTo>
                    <a:pt x="9970" y="3888"/>
                    <a:pt x="9994" y="3871"/>
                    <a:pt x="10001" y="3855"/>
                  </a:cubicBezTo>
                  <a:lnTo>
                    <a:pt x="10001" y="3855"/>
                  </a:lnTo>
                  <a:lnTo>
                    <a:pt x="10553" y="3836"/>
                  </a:lnTo>
                  <a:cubicBezTo>
                    <a:pt x="11065" y="3866"/>
                    <a:pt x="11556" y="4121"/>
                    <a:pt x="12078" y="4131"/>
                  </a:cubicBezTo>
                  <a:cubicBezTo>
                    <a:pt x="12343" y="4131"/>
                    <a:pt x="12599" y="4082"/>
                    <a:pt x="12855" y="4003"/>
                  </a:cubicBezTo>
                  <a:cubicBezTo>
                    <a:pt x="13238" y="3895"/>
                    <a:pt x="13622" y="3748"/>
                    <a:pt x="13986" y="3581"/>
                  </a:cubicBezTo>
                  <a:cubicBezTo>
                    <a:pt x="14271" y="3443"/>
                    <a:pt x="14654" y="3276"/>
                    <a:pt x="14654" y="2961"/>
                  </a:cubicBezTo>
                  <a:cubicBezTo>
                    <a:pt x="14674" y="2125"/>
                    <a:pt x="14448" y="1220"/>
                    <a:pt x="13789" y="699"/>
                  </a:cubicBezTo>
                  <a:cubicBezTo>
                    <a:pt x="13238" y="276"/>
                    <a:pt x="12491" y="207"/>
                    <a:pt x="11792" y="168"/>
                  </a:cubicBezTo>
                  <a:cubicBezTo>
                    <a:pt x="9894" y="45"/>
                    <a:pt x="7967" y="1"/>
                    <a:pt x="6039" y="1"/>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2"/>
            <p:cNvSpPr/>
            <p:nvPr/>
          </p:nvSpPr>
          <p:spPr>
            <a:xfrm>
              <a:off x="6254519" y="2283553"/>
              <a:ext cx="1638025" cy="1513504"/>
            </a:xfrm>
            <a:custGeom>
              <a:avLst/>
              <a:gdLst/>
              <a:ahLst/>
              <a:cxnLst/>
              <a:rect l="l" t="t" r="r" b="b"/>
              <a:pathLst>
                <a:path w="33518" h="30970" extrusionOk="0">
                  <a:moveTo>
                    <a:pt x="26505" y="0"/>
                  </a:moveTo>
                  <a:lnTo>
                    <a:pt x="17939" y="915"/>
                  </a:lnTo>
                  <a:lnTo>
                    <a:pt x="17260" y="2783"/>
                  </a:lnTo>
                  <a:cubicBezTo>
                    <a:pt x="17260" y="2783"/>
                    <a:pt x="12304" y="2960"/>
                    <a:pt x="10160" y="3737"/>
                  </a:cubicBezTo>
                  <a:cubicBezTo>
                    <a:pt x="8016" y="4514"/>
                    <a:pt x="3639" y="20682"/>
                    <a:pt x="3639" y="20682"/>
                  </a:cubicBezTo>
                  <a:lnTo>
                    <a:pt x="0" y="30970"/>
                  </a:lnTo>
                  <a:lnTo>
                    <a:pt x="22906" y="30970"/>
                  </a:lnTo>
                  <a:lnTo>
                    <a:pt x="25777" y="21184"/>
                  </a:lnTo>
                  <a:cubicBezTo>
                    <a:pt x="25777" y="21184"/>
                    <a:pt x="30596" y="17171"/>
                    <a:pt x="32062" y="11428"/>
                  </a:cubicBezTo>
                  <a:cubicBezTo>
                    <a:pt x="33517" y="5694"/>
                    <a:pt x="26731" y="1515"/>
                    <a:pt x="26731" y="1515"/>
                  </a:cubicBezTo>
                  <a:lnTo>
                    <a:pt x="2650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2"/>
            <p:cNvSpPr/>
            <p:nvPr/>
          </p:nvSpPr>
          <p:spPr>
            <a:xfrm>
              <a:off x="5891658" y="2466181"/>
              <a:ext cx="1083839" cy="916117"/>
            </a:xfrm>
            <a:custGeom>
              <a:avLst/>
              <a:gdLst/>
              <a:ahLst/>
              <a:cxnLst/>
              <a:rect l="l" t="t" r="r" b="b"/>
              <a:pathLst>
                <a:path w="22178" h="18746" extrusionOk="0">
                  <a:moveTo>
                    <a:pt x="17575" y="0"/>
                  </a:moveTo>
                  <a:lnTo>
                    <a:pt x="8743" y="6786"/>
                  </a:lnTo>
                  <a:lnTo>
                    <a:pt x="8832" y="4957"/>
                  </a:lnTo>
                  <a:lnTo>
                    <a:pt x="2547" y="4455"/>
                  </a:lnTo>
                  <a:lnTo>
                    <a:pt x="2233" y="7288"/>
                  </a:lnTo>
                  <a:cubicBezTo>
                    <a:pt x="2233" y="7288"/>
                    <a:pt x="0" y="9019"/>
                    <a:pt x="413" y="12618"/>
                  </a:cubicBezTo>
                  <a:cubicBezTo>
                    <a:pt x="775" y="15848"/>
                    <a:pt x="2095" y="18745"/>
                    <a:pt x="5659" y="18745"/>
                  </a:cubicBezTo>
                  <a:cubicBezTo>
                    <a:pt x="6067" y="18745"/>
                    <a:pt x="6504" y="18707"/>
                    <a:pt x="6973" y="18627"/>
                  </a:cubicBezTo>
                  <a:cubicBezTo>
                    <a:pt x="11526" y="17850"/>
                    <a:pt x="17899" y="12933"/>
                    <a:pt x="17899" y="12933"/>
                  </a:cubicBezTo>
                  <a:lnTo>
                    <a:pt x="22178" y="7199"/>
                  </a:lnTo>
                  <a:lnTo>
                    <a:pt x="175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2"/>
            <p:cNvSpPr/>
            <p:nvPr/>
          </p:nvSpPr>
          <p:spPr>
            <a:xfrm>
              <a:off x="6784174" y="2599889"/>
              <a:ext cx="72034" cy="254173"/>
            </a:xfrm>
            <a:custGeom>
              <a:avLst/>
              <a:gdLst/>
              <a:ahLst/>
              <a:cxnLst/>
              <a:rect l="l" t="t" r="r" b="b"/>
              <a:pathLst>
                <a:path w="1474" h="5201" extrusionOk="0">
                  <a:moveTo>
                    <a:pt x="1344" y="1"/>
                  </a:moveTo>
                  <a:cubicBezTo>
                    <a:pt x="1300" y="1"/>
                    <a:pt x="1256" y="26"/>
                    <a:pt x="1239" y="87"/>
                  </a:cubicBezTo>
                  <a:lnTo>
                    <a:pt x="10" y="5073"/>
                  </a:lnTo>
                  <a:cubicBezTo>
                    <a:pt x="0" y="5132"/>
                    <a:pt x="30" y="5191"/>
                    <a:pt x="89" y="5201"/>
                  </a:cubicBezTo>
                  <a:lnTo>
                    <a:pt x="118" y="5201"/>
                  </a:lnTo>
                  <a:cubicBezTo>
                    <a:pt x="167" y="5201"/>
                    <a:pt x="207" y="5171"/>
                    <a:pt x="227" y="5122"/>
                  </a:cubicBezTo>
                  <a:lnTo>
                    <a:pt x="1456" y="136"/>
                  </a:lnTo>
                  <a:cubicBezTo>
                    <a:pt x="1473" y="55"/>
                    <a:pt x="1408" y="1"/>
                    <a:pt x="134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2"/>
            <p:cNvSpPr/>
            <p:nvPr/>
          </p:nvSpPr>
          <p:spPr>
            <a:xfrm>
              <a:off x="6028641" y="1237686"/>
              <a:ext cx="882446" cy="454344"/>
            </a:xfrm>
            <a:custGeom>
              <a:avLst/>
              <a:gdLst/>
              <a:ahLst/>
              <a:cxnLst/>
              <a:rect l="l" t="t" r="r" b="b"/>
              <a:pathLst>
                <a:path w="18057" h="9297" extrusionOk="0">
                  <a:moveTo>
                    <a:pt x="2529" y="1"/>
                  </a:moveTo>
                  <a:cubicBezTo>
                    <a:pt x="1131" y="1"/>
                    <a:pt x="0" y="1098"/>
                    <a:pt x="59" y="2430"/>
                  </a:cubicBezTo>
                  <a:lnTo>
                    <a:pt x="266" y="7062"/>
                  </a:lnTo>
                  <a:cubicBezTo>
                    <a:pt x="323" y="8310"/>
                    <a:pt x="1412" y="9296"/>
                    <a:pt x="2727" y="9296"/>
                  </a:cubicBezTo>
                  <a:cubicBezTo>
                    <a:pt x="2759" y="9296"/>
                    <a:pt x="2791" y="9296"/>
                    <a:pt x="2823" y="9294"/>
                  </a:cubicBezTo>
                  <a:lnTo>
                    <a:pt x="15372" y="8881"/>
                  </a:lnTo>
                  <a:cubicBezTo>
                    <a:pt x="16660" y="8832"/>
                    <a:pt x="17693" y="7878"/>
                    <a:pt x="17762" y="6669"/>
                  </a:cubicBezTo>
                  <a:lnTo>
                    <a:pt x="17978" y="2538"/>
                  </a:lnTo>
                  <a:cubicBezTo>
                    <a:pt x="18057" y="1220"/>
                    <a:pt x="16936" y="99"/>
                    <a:pt x="15519" y="89"/>
                  </a:cubicBezTo>
                  <a:lnTo>
                    <a:pt x="2547" y="1"/>
                  </a:lnTo>
                  <a:cubicBezTo>
                    <a:pt x="2541" y="1"/>
                    <a:pt x="2535" y="1"/>
                    <a:pt x="252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2"/>
            <p:cNvSpPr/>
            <p:nvPr/>
          </p:nvSpPr>
          <p:spPr>
            <a:xfrm>
              <a:off x="6095446" y="1237686"/>
              <a:ext cx="882446" cy="454344"/>
            </a:xfrm>
            <a:custGeom>
              <a:avLst/>
              <a:gdLst/>
              <a:ahLst/>
              <a:cxnLst/>
              <a:rect l="l" t="t" r="r" b="b"/>
              <a:pathLst>
                <a:path w="18057" h="9297" extrusionOk="0">
                  <a:moveTo>
                    <a:pt x="2528" y="1"/>
                  </a:moveTo>
                  <a:cubicBezTo>
                    <a:pt x="1121" y="1"/>
                    <a:pt x="0" y="1098"/>
                    <a:pt x="59" y="2430"/>
                  </a:cubicBezTo>
                  <a:lnTo>
                    <a:pt x="266" y="7062"/>
                  </a:lnTo>
                  <a:cubicBezTo>
                    <a:pt x="323" y="8310"/>
                    <a:pt x="1412" y="9296"/>
                    <a:pt x="2727" y="9296"/>
                  </a:cubicBezTo>
                  <a:cubicBezTo>
                    <a:pt x="2759" y="9296"/>
                    <a:pt x="2791" y="9296"/>
                    <a:pt x="2823" y="9294"/>
                  </a:cubicBezTo>
                  <a:lnTo>
                    <a:pt x="15372" y="8881"/>
                  </a:lnTo>
                  <a:cubicBezTo>
                    <a:pt x="16660" y="8832"/>
                    <a:pt x="17693" y="7878"/>
                    <a:pt x="17762" y="6669"/>
                  </a:cubicBezTo>
                  <a:lnTo>
                    <a:pt x="17978" y="2538"/>
                  </a:lnTo>
                  <a:cubicBezTo>
                    <a:pt x="18057" y="1220"/>
                    <a:pt x="16936" y="99"/>
                    <a:pt x="15529" y="89"/>
                  </a:cubicBezTo>
                  <a:lnTo>
                    <a:pt x="2547" y="1"/>
                  </a:lnTo>
                  <a:cubicBezTo>
                    <a:pt x="2541" y="1"/>
                    <a:pt x="2535" y="1"/>
                    <a:pt x="25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2"/>
            <p:cNvSpPr/>
            <p:nvPr/>
          </p:nvSpPr>
          <p:spPr>
            <a:xfrm>
              <a:off x="6215569" y="1349207"/>
              <a:ext cx="246598" cy="246598"/>
            </a:xfrm>
            <a:custGeom>
              <a:avLst/>
              <a:gdLst/>
              <a:ahLst/>
              <a:cxnLst/>
              <a:rect l="l" t="t" r="r" b="b"/>
              <a:pathLst>
                <a:path w="5046" h="5046" fill="none" extrusionOk="0">
                  <a:moveTo>
                    <a:pt x="2902" y="207"/>
                  </a:moveTo>
                  <a:cubicBezTo>
                    <a:pt x="4181" y="413"/>
                    <a:pt x="5046" y="1613"/>
                    <a:pt x="4839" y="2892"/>
                  </a:cubicBezTo>
                  <a:cubicBezTo>
                    <a:pt x="4633" y="4170"/>
                    <a:pt x="3433" y="5046"/>
                    <a:pt x="2155" y="4839"/>
                  </a:cubicBezTo>
                  <a:cubicBezTo>
                    <a:pt x="876" y="4632"/>
                    <a:pt x="1" y="3433"/>
                    <a:pt x="207" y="2144"/>
                  </a:cubicBezTo>
                  <a:cubicBezTo>
                    <a:pt x="414" y="866"/>
                    <a:pt x="1623" y="0"/>
                    <a:pt x="2902" y="207"/>
                  </a:cubicBezTo>
                  <a:close/>
                </a:path>
              </a:pathLst>
            </a:custGeom>
            <a:solidFill>
              <a:schemeClr val="accent6"/>
            </a:solidFill>
            <a:ln w="19050" cap="flat" cmpd="sng">
              <a:solidFill>
                <a:schemeClr val="accent6"/>
              </a:solidFill>
              <a:prstDash val="solid"/>
              <a:miter lim="98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2"/>
            <p:cNvSpPr/>
            <p:nvPr/>
          </p:nvSpPr>
          <p:spPr>
            <a:xfrm>
              <a:off x="6613079" y="1341486"/>
              <a:ext cx="261992" cy="261552"/>
            </a:xfrm>
            <a:custGeom>
              <a:avLst/>
              <a:gdLst/>
              <a:ahLst/>
              <a:cxnLst/>
              <a:rect l="l" t="t" r="r" b="b"/>
              <a:pathLst>
                <a:path w="5361" h="5352" fill="none" extrusionOk="0">
                  <a:moveTo>
                    <a:pt x="3855" y="650"/>
                  </a:moveTo>
                  <a:cubicBezTo>
                    <a:pt x="4977" y="1299"/>
                    <a:pt x="5360" y="2735"/>
                    <a:pt x="4711" y="3856"/>
                  </a:cubicBezTo>
                  <a:cubicBezTo>
                    <a:pt x="4052" y="4977"/>
                    <a:pt x="2616" y="5351"/>
                    <a:pt x="1505" y="4702"/>
                  </a:cubicBezTo>
                  <a:cubicBezTo>
                    <a:pt x="384" y="4053"/>
                    <a:pt x="0" y="2617"/>
                    <a:pt x="649" y="1496"/>
                  </a:cubicBezTo>
                  <a:cubicBezTo>
                    <a:pt x="1308" y="375"/>
                    <a:pt x="2744" y="1"/>
                    <a:pt x="3855" y="650"/>
                  </a:cubicBezTo>
                  <a:close/>
                </a:path>
              </a:pathLst>
            </a:custGeom>
            <a:solidFill>
              <a:schemeClr val="accent6"/>
            </a:solidFill>
            <a:ln w="19050" cap="flat" cmpd="sng">
              <a:solidFill>
                <a:schemeClr val="accent6"/>
              </a:solidFill>
              <a:prstDash val="solid"/>
              <a:miter lim="98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2"/>
            <p:cNvSpPr/>
            <p:nvPr/>
          </p:nvSpPr>
          <p:spPr>
            <a:xfrm>
              <a:off x="6821169" y="1897089"/>
              <a:ext cx="141821" cy="82737"/>
            </a:xfrm>
            <a:custGeom>
              <a:avLst/>
              <a:gdLst/>
              <a:ahLst/>
              <a:cxnLst/>
              <a:rect l="l" t="t" r="r" b="b"/>
              <a:pathLst>
                <a:path w="2902" h="1693" extrusionOk="0">
                  <a:moveTo>
                    <a:pt x="1" y="1"/>
                  </a:moveTo>
                  <a:lnTo>
                    <a:pt x="1" y="1692"/>
                  </a:lnTo>
                  <a:lnTo>
                    <a:pt x="2902" y="1692"/>
                  </a:lnTo>
                  <a:lnTo>
                    <a:pt x="29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2"/>
            <p:cNvSpPr/>
            <p:nvPr/>
          </p:nvSpPr>
          <p:spPr>
            <a:xfrm>
              <a:off x="6908157" y="1847144"/>
              <a:ext cx="57276" cy="175443"/>
            </a:xfrm>
            <a:custGeom>
              <a:avLst/>
              <a:gdLst/>
              <a:ahLst/>
              <a:cxnLst/>
              <a:rect l="l" t="t" r="r" b="b"/>
              <a:pathLst>
                <a:path w="1172" h="3590" extrusionOk="0">
                  <a:moveTo>
                    <a:pt x="1171" y="0"/>
                  </a:moveTo>
                  <a:lnTo>
                    <a:pt x="1" y="1938"/>
                  </a:lnTo>
                  <a:lnTo>
                    <a:pt x="1171" y="3590"/>
                  </a:lnTo>
                  <a:lnTo>
                    <a:pt x="117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2"/>
            <p:cNvSpPr/>
            <p:nvPr/>
          </p:nvSpPr>
          <p:spPr>
            <a:xfrm>
              <a:off x="5986808" y="1694278"/>
              <a:ext cx="869006" cy="589177"/>
            </a:xfrm>
            <a:custGeom>
              <a:avLst/>
              <a:gdLst/>
              <a:ahLst/>
              <a:cxnLst/>
              <a:rect l="l" t="t" r="r" b="b"/>
              <a:pathLst>
                <a:path w="17782" h="12056" extrusionOk="0">
                  <a:moveTo>
                    <a:pt x="16582" y="1"/>
                  </a:moveTo>
                  <a:lnTo>
                    <a:pt x="8488" y="69"/>
                  </a:lnTo>
                  <a:lnTo>
                    <a:pt x="8232" y="69"/>
                  </a:lnTo>
                  <a:lnTo>
                    <a:pt x="6796" y="79"/>
                  </a:lnTo>
                  <a:lnTo>
                    <a:pt x="6531" y="79"/>
                  </a:lnTo>
                  <a:lnTo>
                    <a:pt x="3128" y="109"/>
                  </a:lnTo>
                  <a:cubicBezTo>
                    <a:pt x="3000" y="109"/>
                    <a:pt x="2872" y="119"/>
                    <a:pt x="2744" y="148"/>
                  </a:cubicBezTo>
                  <a:cubicBezTo>
                    <a:pt x="1662" y="315"/>
                    <a:pt x="1131" y="1181"/>
                    <a:pt x="836" y="2341"/>
                  </a:cubicBezTo>
                  <a:lnTo>
                    <a:pt x="836" y="2371"/>
                  </a:lnTo>
                  <a:cubicBezTo>
                    <a:pt x="374" y="4239"/>
                    <a:pt x="0" y="7032"/>
                    <a:pt x="836" y="9796"/>
                  </a:cubicBezTo>
                  <a:cubicBezTo>
                    <a:pt x="856" y="9855"/>
                    <a:pt x="876" y="9924"/>
                    <a:pt x="895" y="9993"/>
                  </a:cubicBezTo>
                  <a:cubicBezTo>
                    <a:pt x="1092" y="10602"/>
                    <a:pt x="1299" y="11124"/>
                    <a:pt x="1594" y="11478"/>
                  </a:cubicBezTo>
                  <a:cubicBezTo>
                    <a:pt x="1603" y="11488"/>
                    <a:pt x="1603" y="11488"/>
                    <a:pt x="1613" y="11497"/>
                  </a:cubicBezTo>
                  <a:cubicBezTo>
                    <a:pt x="1731" y="11645"/>
                    <a:pt x="1889" y="11773"/>
                    <a:pt x="2056" y="11871"/>
                  </a:cubicBezTo>
                  <a:cubicBezTo>
                    <a:pt x="2076" y="11881"/>
                    <a:pt x="2105" y="11891"/>
                    <a:pt x="2125" y="11901"/>
                  </a:cubicBezTo>
                  <a:lnTo>
                    <a:pt x="2135" y="11901"/>
                  </a:lnTo>
                  <a:cubicBezTo>
                    <a:pt x="2331" y="11989"/>
                    <a:pt x="2548" y="12038"/>
                    <a:pt x="2774" y="12048"/>
                  </a:cubicBezTo>
                  <a:cubicBezTo>
                    <a:pt x="2823" y="12053"/>
                    <a:pt x="2872" y="12056"/>
                    <a:pt x="2920" y="12056"/>
                  </a:cubicBezTo>
                  <a:cubicBezTo>
                    <a:pt x="2968" y="12056"/>
                    <a:pt x="3015" y="12053"/>
                    <a:pt x="3059" y="12048"/>
                  </a:cubicBezTo>
                  <a:lnTo>
                    <a:pt x="7426" y="11832"/>
                  </a:lnTo>
                  <a:lnTo>
                    <a:pt x="7652" y="11822"/>
                  </a:lnTo>
                  <a:lnTo>
                    <a:pt x="9147" y="11743"/>
                  </a:lnTo>
                  <a:lnTo>
                    <a:pt x="9383" y="11733"/>
                  </a:lnTo>
                  <a:lnTo>
                    <a:pt x="16680" y="11379"/>
                  </a:lnTo>
                  <a:cubicBezTo>
                    <a:pt x="16680" y="11379"/>
                    <a:pt x="17782" y="9678"/>
                    <a:pt x="17693" y="5852"/>
                  </a:cubicBezTo>
                  <a:cubicBezTo>
                    <a:pt x="17683" y="5715"/>
                    <a:pt x="17683" y="5567"/>
                    <a:pt x="17674" y="5420"/>
                  </a:cubicBezTo>
                  <a:cubicBezTo>
                    <a:pt x="17654" y="4967"/>
                    <a:pt x="17624" y="4544"/>
                    <a:pt x="17595" y="4161"/>
                  </a:cubicBezTo>
                  <a:cubicBezTo>
                    <a:pt x="17310" y="1014"/>
                    <a:pt x="16582" y="1"/>
                    <a:pt x="1658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2"/>
            <p:cNvSpPr/>
            <p:nvPr/>
          </p:nvSpPr>
          <p:spPr>
            <a:xfrm>
              <a:off x="5991108" y="1701023"/>
              <a:ext cx="256225" cy="582091"/>
            </a:xfrm>
            <a:custGeom>
              <a:avLst/>
              <a:gdLst/>
              <a:ahLst/>
              <a:cxnLst/>
              <a:rect l="l" t="t" r="r" b="b"/>
              <a:pathLst>
                <a:path w="5243" h="11911" extrusionOk="0">
                  <a:moveTo>
                    <a:pt x="2627" y="0"/>
                  </a:moveTo>
                  <a:cubicBezTo>
                    <a:pt x="1171" y="0"/>
                    <a:pt x="1" y="2666"/>
                    <a:pt x="1" y="5950"/>
                  </a:cubicBezTo>
                  <a:cubicBezTo>
                    <a:pt x="1" y="9245"/>
                    <a:pt x="1171" y="11910"/>
                    <a:pt x="2627" y="11910"/>
                  </a:cubicBezTo>
                  <a:cubicBezTo>
                    <a:pt x="4072" y="11910"/>
                    <a:pt x="5243" y="9245"/>
                    <a:pt x="5243" y="5950"/>
                  </a:cubicBezTo>
                  <a:cubicBezTo>
                    <a:pt x="5243" y="2666"/>
                    <a:pt x="4072" y="0"/>
                    <a:pt x="262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2"/>
            <p:cNvSpPr/>
            <p:nvPr/>
          </p:nvSpPr>
          <p:spPr>
            <a:xfrm>
              <a:off x="5864730" y="1715928"/>
              <a:ext cx="316287" cy="516703"/>
            </a:xfrm>
            <a:custGeom>
              <a:avLst/>
              <a:gdLst/>
              <a:ahLst/>
              <a:cxnLst/>
              <a:rect l="l" t="t" r="r" b="b"/>
              <a:pathLst>
                <a:path w="6472" h="10573" extrusionOk="0">
                  <a:moveTo>
                    <a:pt x="325" y="0"/>
                  </a:moveTo>
                  <a:lnTo>
                    <a:pt x="0" y="40"/>
                  </a:lnTo>
                  <a:lnTo>
                    <a:pt x="0" y="10573"/>
                  </a:lnTo>
                  <a:lnTo>
                    <a:pt x="689" y="10573"/>
                  </a:lnTo>
                  <a:lnTo>
                    <a:pt x="6472" y="7878"/>
                  </a:lnTo>
                  <a:lnTo>
                    <a:pt x="6472" y="3924"/>
                  </a:lnTo>
                  <a:lnTo>
                    <a:pt x="32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22"/>
            <p:cNvSpPr/>
            <p:nvPr/>
          </p:nvSpPr>
          <p:spPr>
            <a:xfrm>
              <a:off x="6306419" y="1698139"/>
              <a:ext cx="91387" cy="574369"/>
            </a:xfrm>
            <a:custGeom>
              <a:avLst/>
              <a:gdLst/>
              <a:ahLst/>
              <a:cxnLst/>
              <a:rect l="l" t="t" r="r" b="b"/>
              <a:pathLst>
                <a:path w="1870" h="11753" extrusionOk="0">
                  <a:moveTo>
                    <a:pt x="1" y="0"/>
                  </a:moveTo>
                  <a:cubicBezTo>
                    <a:pt x="718" y="1151"/>
                    <a:pt x="1181" y="2636"/>
                    <a:pt x="1387" y="4485"/>
                  </a:cubicBezTo>
                  <a:cubicBezTo>
                    <a:pt x="1653" y="6924"/>
                    <a:pt x="1476" y="9383"/>
                    <a:pt x="876" y="11753"/>
                  </a:cubicBezTo>
                  <a:lnTo>
                    <a:pt x="1112" y="11743"/>
                  </a:lnTo>
                  <a:cubicBezTo>
                    <a:pt x="1702" y="9363"/>
                    <a:pt x="1869" y="6894"/>
                    <a:pt x="1604" y="4465"/>
                  </a:cubicBezTo>
                  <a:cubicBezTo>
                    <a:pt x="1397" y="2636"/>
                    <a:pt x="954" y="1161"/>
                    <a:pt x="256" y="0"/>
                  </a:cubicBezTo>
                  <a:close/>
                </a:path>
              </a:pathLst>
            </a:custGeom>
            <a:solidFill>
              <a:schemeClr val="accent6"/>
            </a:solid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2"/>
            <p:cNvSpPr/>
            <p:nvPr/>
          </p:nvSpPr>
          <p:spPr>
            <a:xfrm>
              <a:off x="6389107" y="1697162"/>
              <a:ext cx="91827" cy="571046"/>
            </a:xfrm>
            <a:custGeom>
              <a:avLst/>
              <a:gdLst/>
              <a:ahLst/>
              <a:cxnLst/>
              <a:rect l="l" t="t" r="r" b="b"/>
              <a:pathLst>
                <a:path w="1879" h="11685" extrusionOk="0">
                  <a:moveTo>
                    <a:pt x="0" y="1"/>
                  </a:moveTo>
                  <a:cubicBezTo>
                    <a:pt x="728" y="1161"/>
                    <a:pt x="1190" y="2646"/>
                    <a:pt x="1397" y="4505"/>
                  </a:cubicBezTo>
                  <a:cubicBezTo>
                    <a:pt x="1662" y="6914"/>
                    <a:pt x="1495" y="9344"/>
                    <a:pt x="915" y="11684"/>
                  </a:cubicBezTo>
                  <a:lnTo>
                    <a:pt x="1151" y="11674"/>
                  </a:lnTo>
                  <a:cubicBezTo>
                    <a:pt x="1721" y="9324"/>
                    <a:pt x="1879" y="6895"/>
                    <a:pt x="1613" y="4485"/>
                  </a:cubicBezTo>
                  <a:cubicBezTo>
                    <a:pt x="1416" y="2646"/>
                    <a:pt x="974" y="1171"/>
                    <a:pt x="266" y="1"/>
                  </a:cubicBezTo>
                  <a:close/>
                </a:path>
              </a:pathLst>
            </a:custGeom>
            <a:solidFill>
              <a:schemeClr val="accent6"/>
            </a:solid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22"/>
            <p:cNvSpPr/>
            <p:nvPr/>
          </p:nvSpPr>
          <p:spPr>
            <a:xfrm>
              <a:off x="6565480" y="1913949"/>
              <a:ext cx="206231" cy="90849"/>
            </a:xfrm>
            <a:custGeom>
              <a:avLst/>
              <a:gdLst/>
              <a:ahLst/>
              <a:cxnLst/>
              <a:rect l="l" t="t" r="r" b="b"/>
              <a:pathLst>
                <a:path w="4220" h="1859" extrusionOk="0">
                  <a:moveTo>
                    <a:pt x="4003" y="226"/>
                  </a:moveTo>
                  <a:lnTo>
                    <a:pt x="4003" y="1633"/>
                  </a:lnTo>
                  <a:lnTo>
                    <a:pt x="227" y="1633"/>
                  </a:lnTo>
                  <a:lnTo>
                    <a:pt x="227" y="226"/>
                  </a:lnTo>
                  <a:close/>
                  <a:moveTo>
                    <a:pt x="118" y="0"/>
                  </a:moveTo>
                  <a:cubicBezTo>
                    <a:pt x="50" y="0"/>
                    <a:pt x="0" y="49"/>
                    <a:pt x="0" y="108"/>
                  </a:cubicBezTo>
                  <a:lnTo>
                    <a:pt x="0" y="1751"/>
                  </a:lnTo>
                  <a:cubicBezTo>
                    <a:pt x="0" y="1810"/>
                    <a:pt x="50" y="1859"/>
                    <a:pt x="118" y="1859"/>
                  </a:cubicBezTo>
                  <a:lnTo>
                    <a:pt x="4111" y="1859"/>
                  </a:lnTo>
                  <a:cubicBezTo>
                    <a:pt x="4170" y="1859"/>
                    <a:pt x="4220" y="1810"/>
                    <a:pt x="4220" y="1751"/>
                  </a:cubicBezTo>
                  <a:lnTo>
                    <a:pt x="4220" y="108"/>
                  </a:lnTo>
                  <a:cubicBezTo>
                    <a:pt x="4220" y="49"/>
                    <a:pt x="4170" y="0"/>
                    <a:pt x="4111" y="0"/>
                  </a:cubicBezTo>
                  <a:close/>
                </a:path>
              </a:pathLst>
            </a:custGeom>
            <a:solidFill>
              <a:schemeClr val="accent6"/>
            </a:solid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22"/>
            <p:cNvSpPr/>
            <p:nvPr/>
          </p:nvSpPr>
          <p:spPr>
            <a:xfrm>
              <a:off x="5651314" y="1715928"/>
              <a:ext cx="247087" cy="525353"/>
            </a:xfrm>
            <a:custGeom>
              <a:avLst/>
              <a:gdLst/>
              <a:ahLst/>
              <a:cxnLst/>
              <a:rect l="l" t="t" r="r" b="b"/>
              <a:pathLst>
                <a:path w="5056" h="10750" extrusionOk="0">
                  <a:moveTo>
                    <a:pt x="4692" y="0"/>
                  </a:moveTo>
                  <a:lnTo>
                    <a:pt x="30" y="295"/>
                  </a:lnTo>
                  <a:lnTo>
                    <a:pt x="1" y="10750"/>
                  </a:lnTo>
                  <a:lnTo>
                    <a:pt x="5056" y="10573"/>
                  </a:lnTo>
                  <a:lnTo>
                    <a:pt x="469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2"/>
            <p:cNvSpPr/>
            <p:nvPr/>
          </p:nvSpPr>
          <p:spPr>
            <a:xfrm>
              <a:off x="6263657" y="2170517"/>
              <a:ext cx="513819" cy="787833"/>
            </a:xfrm>
            <a:custGeom>
              <a:avLst/>
              <a:gdLst/>
              <a:ahLst/>
              <a:cxnLst/>
              <a:rect l="l" t="t" r="r" b="b"/>
              <a:pathLst>
                <a:path w="10514" h="16121" extrusionOk="0">
                  <a:moveTo>
                    <a:pt x="6783" y="0"/>
                  </a:moveTo>
                  <a:cubicBezTo>
                    <a:pt x="6781" y="0"/>
                    <a:pt x="6779" y="1"/>
                    <a:pt x="6776" y="2"/>
                  </a:cubicBezTo>
                  <a:cubicBezTo>
                    <a:pt x="6413" y="179"/>
                    <a:pt x="5960" y="3011"/>
                    <a:pt x="5960" y="3011"/>
                  </a:cubicBezTo>
                  <a:lnTo>
                    <a:pt x="3728" y="1870"/>
                  </a:lnTo>
                  <a:cubicBezTo>
                    <a:pt x="3728" y="1870"/>
                    <a:pt x="876" y="2047"/>
                    <a:pt x="777" y="2175"/>
                  </a:cubicBezTo>
                  <a:cubicBezTo>
                    <a:pt x="689" y="2303"/>
                    <a:pt x="777" y="3778"/>
                    <a:pt x="777" y="3778"/>
                  </a:cubicBezTo>
                  <a:cubicBezTo>
                    <a:pt x="777" y="3778"/>
                    <a:pt x="177" y="4516"/>
                    <a:pt x="89" y="5283"/>
                  </a:cubicBezTo>
                  <a:cubicBezTo>
                    <a:pt x="0" y="6050"/>
                    <a:pt x="4101" y="9837"/>
                    <a:pt x="4101" y="9837"/>
                  </a:cubicBezTo>
                  <a:lnTo>
                    <a:pt x="4957" y="16121"/>
                  </a:lnTo>
                  <a:lnTo>
                    <a:pt x="10514" y="15029"/>
                  </a:lnTo>
                  <a:cubicBezTo>
                    <a:pt x="10514" y="15029"/>
                    <a:pt x="7189" y="0"/>
                    <a:pt x="6783" y="0"/>
                  </a:cubicBezTo>
                  <a:close/>
                </a:path>
              </a:pathLst>
            </a:custGeom>
            <a:solidFill>
              <a:srgbClr val="F9C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2"/>
            <p:cNvSpPr/>
            <p:nvPr/>
          </p:nvSpPr>
          <p:spPr>
            <a:xfrm>
              <a:off x="6258379" y="2229112"/>
              <a:ext cx="211021" cy="426928"/>
            </a:xfrm>
            <a:custGeom>
              <a:avLst/>
              <a:gdLst/>
              <a:ahLst/>
              <a:cxnLst/>
              <a:rect l="l" t="t" r="r" b="b"/>
              <a:pathLst>
                <a:path w="4318" h="8736" extrusionOk="0">
                  <a:moveTo>
                    <a:pt x="1059" y="1"/>
                  </a:moveTo>
                  <a:cubicBezTo>
                    <a:pt x="1018" y="1"/>
                    <a:pt x="976" y="28"/>
                    <a:pt x="954" y="72"/>
                  </a:cubicBezTo>
                  <a:cubicBezTo>
                    <a:pt x="944" y="101"/>
                    <a:pt x="541" y="986"/>
                    <a:pt x="826" y="2432"/>
                  </a:cubicBezTo>
                  <a:cubicBezTo>
                    <a:pt x="679" y="2658"/>
                    <a:pt x="0" y="3740"/>
                    <a:pt x="226" y="4359"/>
                  </a:cubicBezTo>
                  <a:cubicBezTo>
                    <a:pt x="462" y="5018"/>
                    <a:pt x="3973" y="8559"/>
                    <a:pt x="4121" y="8706"/>
                  </a:cubicBezTo>
                  <a:cubicBezTo>
                    <a:pt x="4140" y="8726"/>
                    <a:pt x="4170" y="8736"/>
                    <a:pt x="4199" y="8736"/>
                  </a:cubicBezTo>
                  <a:cubicBezTo>
                    <a:pt x="4229" y="8736"/>
                    <a:pt x="4259" y="8726"/>
                    <a:pt x="4278" y="8706"/>
                  </a:cubicBezTo>
                  <a:cubicBezTo>
                    <a:pt x="4318" y="8667"/>
                    <a:pt x="4318" y="8598"/>
                    <a:pt x="4278" y="8549"/>
                  </a:cubicBezTo>
                  <a:cubicBezTo>
                    <a:pt x="3265" y="7536"/>
                    <a:pt x="610" y="4792"/>
                    <a:pt x="433" y="4291"/>
                  </a:cubicBezTo>
                  <a:cubicBezTo>
                    <a:pt x="266" y="3809"/>
                    <a:pt x="806" y="2845"/>
                    <a:pt x="1033" y="2520"/>
                  </a:cubicBezTo>
                  <a:cubicBezTo>
                    <a:pt x="1052" y="2491"/>
                    <a:pt x="1062" y="2461"/>
                    <a:pt x="1052" y="2432"/>
                  </a:cubicBezTo>
                  <a:cubicBezTo>
                    <a:pt x="767" y="1035"/>
                    <a:pt x="1161" y="170"/>
                    <a:pt x="1161" y="160"/>
                  </a:cubicBezTo>
                  <a:cubicBezTo>
                    <a:pt x="1180" y="101"/>
                    <a:pt x="1161" y="42"/>
                    <a:pt x="1102" y="13"/>
                  </a:cubicBezTo>
                  <a:cubicBezTo>
                    <a:pt x="1088" y="5"/>
                    <a:pt x="1074" y="1"/>
                    <a:pt x="10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2"/>
            <p:cNvSpPr/>
            <p:nvPr/>
          </p:nvSpPr>
          <p:spPr>
            <a:xfrm>
              <a:off x="6439248" y="2253401"/>
              <a:ext cx="169530" cy="134490"/>
            </a:xfrm>
            <a:custGeom>
              <a:avLst/>
              <a:gdLst/>
              <a:ahLst/>
              <a:cxnLst/>
              <a:rect l="l" t="t" r="r" b="b"/>
              <a:pathLst>
                <a:path w="3469" h="2752" extrusionOk="0">
                  <a:moveTo>
                    <a:pt x="164" y="0"/>
                  </a:moveTo>
                  <a:cubicBezTo>
                    <a:pt x="59" y="0"/>
                    <a:pt x="1" y="164"/>
                    <a:pt x="135" y="214"/>
                  </a:cubicBezTo>
                  <a:cubicBezTo>
                    <a:pt x="744" y="519"/>
                    <a:pt x="2397" y="1374"/>
                    <a:pt x="2662" y="1728"/>
                  </a:cubicBezTo>
                  <a:cubicBezTo>
                    <a:pt x="2888" y="2033"/>
                    <a:pt x="3075" y="2358"/>
                    <a:pt x="3242" y="2692"/>
                  </a:cubicBezTo>
                  <a:cubicBezTo>
                    <a:pt x="3262" y="2731"/>
                    <a:pt x="3301" y="2751"/>
                    <a:pt x="3341" y="2751"/>
                  </a:cubicBezTo>
                  <a:cubicBezTo>
                    <a:pt x="3360" y="2751"/>
                    <a:pt x="3380" y="2751"/>
                    <a:pt x="3390" y="2741"/>
                  </a:cubicBezTo>
                  <a:cubicBezTo>
                    <a:pt x="3449" y="2712"/>
                    <a:pt x="3469" y="2653"/>
                    <a:pt x="3449" y="2594"/>
                  </a:cubicBezTo>
                  <a:cubicBezTo>
                    <a:pt x="3272" y="2250"/>
                    <a:pt x="3075" y="1915"/>
                    <a:pt x="2839" y="1600"/>
                  </a:cubicBezTo>
                  <a:cubicBezTo>
                    <a:pt x="2485" y="1128"/>
                    <a:pt x="321" y="66"/>
                    <a:pt x="223" y="17"/>
                  </a:cubicBezTo>
                  <a:cubicBezTo>
                    <a:pt x="202" y="5"/>
                    <a:pt x="182" y="0"/>
                    <a:pt x="1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2"/>
            <p:cNvSpPr/>
            <p:nvPr/>
          </p:nvSpPr>
          <p:spPr>
            <a:xfrm>
              <a:off x="6392430" y="2565191"/>
              <a:ext cx="1275165" cy="1094932"/>
            </a:xfrm>
            <a:custGeom>
              <a:avLst/>
              <a:gdLst/>
              <a:ahLst/>
              <a:cxnLst/>
              <a:rect l="l" t="t" r="r" b="b"/>
              <a:pathLst>
                <a:path w="26093" h="22405" extrusionOk="0">
                  <a:moveTo>
                    <a:pt x="20152" y="0"/>
                  </a:moveTo>
                  <a:lnTo>
                    <a:pt x="8469" y="7278"/>
                  </a:lnTo>
                  <a:lnTo>
                    <a:pt x="7682" y="4711"/>
                  </a:lnTo>
                  <a:lnTo>
                    <a:pt x="817" y="5872"/>
                  </a:lnTo>
                  <a:lnTo>
                    <a:pt x="1643" y="10582"/>
                  </a:lnTo>
                  <a:cubicBezTo>
                    <a:pt x="1643" y="10582"/>
                    <a:pt x="1" y="12431"/>
                    <a:pt x="748" y="15441"/>
                  </a:cubicBezTo>
                  <a:cubicBezTo>
                    <a:pt x="1454" y="18235"/>
                    <a:pt x="3218" y="22404"/>
                    <a:pt x="8204" y="22404"/>
                  </a:cubicBezTo>
                  <a:cubicBezTo>
                    <a:pt x="8570" y="22404"/>
                    <a:pt x="8953" y="22382"/>
                    <a:pt x="9354" y="22335"/>
                  </a:cubicBezTo>
                  <a:cubicBezTo>
                    <a:pt x="15235" y="21656"/>
                    <a:pt x="21795" y="17073"/>
                    <a:pt x="21795" y="17073"/>
                  </a:cubicBezTo>
                  <a:lnTo>
                    <a:pt x="26093" y="8055"/>
                  </a:lnTo>
                  <a:lnTo>
                    <a:pt x="2015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22"/>
            <p:cNvSpPr/>
            <p:nvPr/>
          </p:nvSpPr>
          <p:spPr>
            <a:xfrm>
              <a:off x="6398197" y="2540707"/>
              <a:ext cx="1032916" cy="1113601"/>
            </a:xfrm>
            <a:custGeom>
              <a:avLst/>
              <a:gdLst/>
              <a:ahLst/>
              <a:cxnLst/>
              <a:rect l="l" t="t" r="r" b="b"/>
              <a:pathLst>
                <a:path w="21136" h="22787" extrusionOk="0">
                  <a:moveTo>
                    <a:pt x="21004" y="1"/>
                  </a:moveTo>
                  <a:cubicBezTo>
                    <a:pt x="20974" y="1"/>
                    <a:pt x="20945" y="13"/>
                    <a:pt x="20929" y="39"/>
                  </a:cubicBezTo>
                  <a:lnTo>
                    <a:pt x="12029" y="10385"/>
                  </a:lnTo>
                  <a:cubicBezTo>
                    <a:pt x="11606" y="9549"/>
                    <a:pt x="11104" y="8753"/>
                    <a:pt x="10524" y="8025"/>
                  </a:cubicBezTo>
                  <a:cubicBezTo>
                    <a:pt x="10233" y="7644"/>
                    <a:pt x="9577" y="7558"/>
                    <a:pt x="9051" y="7558"/>
                  </a:cubicBezTo>
                  <a:cubicBezTo>
                    <a:pt x="8761" y="7558"/>
                    <a:pt x="8510" y="7584"/>
                    <a:pt x="8380" y="7602"/>
                  </a:cubicBezTo>
                  <a:lnTo>
                    <a:pt x="7672" y="5143"/>
                  </a:lnTo>
                  <a:cubicBezTo>
                    <a:pt x="7664" y="5092"/>
                    <a:pt x="7617" y="5063"/>
                    <a:pt x="7573" y="5063"/>
                  </a:cubicBezTo>
                  <a:cubicBezTo>
                    <a:pt x="7567" y="5063"/>
                    <a:pt x="7560" y="5063"/>
                    <a:pt x="7554" y="5065"/>
                  </a:cubicBezTo>
                  <a:lnTo>
                    <a:pt x="355" y="6569"/>
                  </a:lnTo>
                  <a:cubicBezTo>
                    <a:pt x="296" y="6579"/>
                    <a:pt x="267" y="6628"/>
                    <a:pt x="276" y="6687"/>
                  </a:cubicBezTo>
                  <a:lnTo>
                    <a:pt x="866" y="9893"/>
                  </a:lnTo>
                  <a:cubicBezTo>
                    <a:pt x="1" y="11280"/>
                    <a:pt x="21" y="12775"/>
                    <a:pt x="178" y="13788"/>
                  </a:cubicBezTo>
                  <a:cubicBezTo>
                    <a:pt x="571" y="16188"/>
                    <a:pt x="1083" y="18676"/>
                    <a:pt x="2676" y="20515"/>
                  </a:cubicBezTo>
                  <a:cubicBezTo>
                    <a:pt x="3886" y="21892"/>
                    <a:pt x="5459" y="22649"/>
                    <a:pt x="7357" y="22767"/>
                  </a:cubicBezTo>
                  <a:cubicBezTo>
                    <a:pt x="7534" y="22787"/>
                    <a:pt x="7702" y="22787"/>
                    <a:pt x="7879" y="22787"/>
                  </a:cubicBezTo>
                  <a:cubicBezTo>
                    <a:pt x="11488" y="22787"/>
                    <a:pt x="15609" y="20554"/>
                    <a:pt x="18195" y="18253"/>
                  </a:cubicBezTo>
                  <a:cubicBezTo>
                    <a:pt x="18280" y="18176"/>
                    <a:pt x="18207" y="18056"/>
                    <a:pt x="18120" y="18056"/>
                  </a:cubicBezTo>
                  <a:cubicBezTo>
                    <a:pt x="18096" y="18056"/>
                    <a:pt x="18071" y="18065"/>
                    <a:pt x="18048" y="18086"/>
                  </a:cubicBezTo>
                  <a:cubicBezTo>
                    <a:pt x="15495" y="20366"/>
                    <a:pt x="11429" y="22566"/>
                    <a:pt x="7883" y="22566"/>
                  </a:cubicBezTo>
                  <a:cubicBezTo>
                    <a:pt x="7713" y="22566"/>
                    <a:pt x="7544" y="22561"/>
                    <a:pt x="7377" y="22551"/>
                  </a:cubicBezTo>
                  <a:cubicBezTo>
                    <a:pt x="5528" y="22433"/>
                    <a:pt x="4014" y="21695"/>
                    <a:pt x="2843" y="20358"/>
                  </a:cubicBezTo>
                  <a:cubicBezTo>
                    <a:pt x="1279" y="18568"/>
                    <a:pt x="798" y="16207"/>
                    <a:pt x="404" y="13749"/>
                  </a:cubicBezTo>
                  <a:cubicBezTo>
                    <a:pt x="247" y="12775"/>
                    <a:pt x="227" y="11319"/>
                    <a:pt x="1063" y="9992"/>
                  </a:cubicBezTo>
                  <a:cubicBezTo>
                    <a:pt x="1102" y="9923"/>
                    <a:pt x="1152" y="9844"/>
                    <a:pt x="1083" y="9785"/>
                  </a:cubicBezTo>
                  <a:lnTo>
                    <a:pt x="1063" y="9775"/>
                  </a:lnTo>
                  <a:lnTo>
                    <a:pt x="503" y="6756"/>
                  </a:lnTo>
                  <a:lnTo>
                    <a:pt x="7495" y="5301"/>
                  </a:lnTo>
                  <a:lnTo>
                    <a:pt x="8193" y="7749"/>
                  </a:lnTo>
                  <a:cubicBezTo>
                    <a:pt x="8211" y="7793"/>
                    <a:pt x="8252" y="7830"/>
                    <a:pt x="8303" y="7830"/>
                  </a:cubicBezTo>
                  <a:cubicBezTo>
                    <a:pt x="8309" y="7830"/>
                    <a:pt x="8315" y="7829"/>
                    <a:pt x="8321" y="7828"/>
                  </a:cubicBezTo>
                  <a:cubicBezTo>
                    <a:pt x="8481" y="7803"/>
                    <a:pt x="8748" y="7776"/>
                    <a:pt x="9041" y="7776"/>
                  </a:cubicBezTo>
                  <a:cubicBezTo>
                    <a:pt x="9544" y="7776"/>
                    <a:pt x="10121" y="7854"/>
                    <a:pt x="10357" y="8153"/>
                  </a:cubicBezTo>
                  <a:cubicBezTo>
                    <a:pt x="10957" y="8910"/>
                    <a:pt x="11478" y="9746"/>
                    <a:pt x="11891" y="10631"/>
                  </a:cubicBezTo>
                  <a:cubicBezTo>
                    <a:pt x="11901" y="10660"/>
                    <a:pt x="11931" y="10690"/>
                    <a:pt x="11970" y="10700"/>
                  </a:cubicBezTo>
                  <a:cubicBezTo>
                    <a:pt x="12009" y="10700"/>
                    <a:pt x="12049" y="10690"/>
                    <a:pt x="12078" y="10660"/>
                  </a:cubicBezTo>
                  <a:lnTo>
                    <a:pt x="21097" y="186"/>
                  </a:lnTo>
                  <a:cubicBezTo>
                    <a:pt x="21136" y="137"/>
                    <a:pt x="21126" y="68"/>
                    <a:pt x="21077" y="29"/>
                  </a:cubicBezTo>
                  <a:cubicBezTo>
                    <a:pt x="21058" y="11"/>
                    <a:pt x="21031" y="1"/>
                    <a:pt x="2100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22"/>
            <p:cNvSpPr/>
            <p:nvPr/>
          </p:nvSpPr>
          <p:spPr>
            <a:xfrm>
              <a:off x="7829116" y="2201745"/>
              <a:ext cx="384460" cy="573050"/>
            </a:xfrm>
            <a:custGeom>
              <a:avLst/>
              <a:gdLst/>
              <a:ahLst/>
              <a:cxnLst/>
              <a:rect l="l" t="t" r="r" b="b"/>
              <a:pathLst>
                <a:path w="7867" h="11726" extrusionOk="0">
                  <a:moveTo>
                    <a:pt x="2812" y="3287"/>
                  </a:moveTo>
                  <a:cubicBezTo>
                    <a:pt x="3156" y="3287"/>
                    <a:pt x="3500" y="3366"/>
                    <a:pt x="3805" y="3513"/>
                  </a:cubicBezTo>
                  <a:cubicBezTo>
                    <a:pt x="3776" y="3661"/>
                    <a:pt x="3736" y="3798"/>
                    <a:pt x="3668" y="3936"/>
                  </a:cubicBezTo>
                  <a:cubicBezTo>
                    <a:pt x="3382" y="4595"/>
                    <a:pt x="2733" y="5057"/>
                    <a:pt x="2074" y="5057"/>
                  </a:cubicBezTo>
                  <a:cubicBezTo>
                    <a:pt x="1907" y="5057"/>
                    <a:pt x="1740" y="5018"/>
                    <a:pt x="1592" y="4929"/>
                  </a:cubicBezTo>
                  <a:cubicBezTo>
                    <a:pt x="1327" y="4752"/>
                    <a:pt x="1238" y="4349"/>
                    <a:pt x="1396" y="4015"/>
                  </a:cubicBezTo>
                  <a:cubicBezTo>
                    <a:pt x="1573" y="3690"/>
                    <a:pt x="1887" y="3454"/>
                    <a:pt x="2251" y="3366"/>
                  </a:cubicBezTo>
                  <a:cubicBezTo>
                    <a:pt x="2438" y="3316"/>
                    <a:pt x="2625" y="3287"/>
                    <a:pt x="2812" y="3287"/>
                  </a:cubicBezTo>
                  <a:close/>
                  <a:moveTo>
                    <a:pt x="4615" y="6797"/>
                  </a:moveTo>
                  <a:cubicBezTo>
                    <a:pt x="4637" y="6797"/>
                    <a:pt x="4659" y="6797"/>
                    <a:pt x="4681" y="6798"/>
                  </a:cubicBezTo>
                  <a:cubicBezTo>
                    <a:pt x="4946" y="6798"/>
                    <a:pt x="5221" y="6837"/>
                    <a:pt x="5487" y="6926"/>
                  </a:cubicBezTo>
                  <a:cubicBezTo>
                    <a:pt x="5477" y="7014"/>
                    <a:pt x="5467" y="7103"/>
                    <a:pt x="5448" y="7191"/>
                  </a:cubicBezTo>
                  <a:cubicBezTo>
                    <a:pt x="5369" y="7722"/>
                    <a:pt x="5162" y="8440"/>
                    <a:pt x="4612" y="8844"/>
                  </a:cubicBezTo>
                  <a:cubicBezTo>
                    <a:pt x="4395" y="8993"/>
                    <a:pt x="4138" y="9075"/>
                    <a:pt x="3876" y="9075"/>
                  </a:cubicBezTo>
                  <a:cubicBezTo>
                    <a:pt x="3793" y="9075"/>
                    <a:pt x="3710" y="9067"/>
                    <a:pt x="3628" y="9050"/>
                  </a:cubicBezTo>
                  <a:cubicBezTo>
                    <a:pt x="3382" y="9011"/>
                    <a:pt x="3166" y="8883"/>
                    <a:pt x="3028" y="8676"/>
                  </a:cubicBezTo>
                  <a:cubicBezTo>
                    <a:pt x="2881" y="8440"/>
                    <a:pt x="2861" y="8155"/>
                    <a:pt x="2959" y="7899"/>
                  </a:cubicBezTo>
                  <a:cubicBezTo>
                    <a:pt x="3127" y="7447"/>
                    <a:pt x="3481" y="7083"/>
                    <a:pt x="3943" y="6916"/>
                  </a:cubicBezTo>
                  <a:cubicBezTo>
                    <a:pt x="4159" y="6844"/>
                    <a:pt x="4383" y="6797"/>
                    <a:pt x="4615" y="6797"/>
                  </a:cubicBezTo>
                  <a:close/>
                  <a:moveTo>
                    <a:pt x="1447" y="0"/>
                  </a:moveTo>
                  <a:cubicBezTo>
                    <a:pt x="983" y="0"/>
                    <a:pt x="521" y="141"/>
                    <a:pt x="127" y="415"/>
                  </a:cubicBezTo>
                  <a:cubicBezTo>
                    <a:pt x="1" y="518"/>
                    <a:pt x="90" y="697"/>
                    <a:pt x="217" y="697"/>
                  </a:cubicBezTo>
                  <a:cubicBezTo>
                    <a:pt x="248" y="697"/>
                    <a:pt x="281" y="686"/>
                    <a:pt x="314" y="661"/>
                  </a:cubicBezTo>
                  <a:cubicBezTo>
                    <a:pt x="651" y="425"/>
                    <a:pt x="1044" y="306"/>
                    <a:pt x="1441" y="306"/>
                  </a:cubicBezTo>
                  <a:cubicBezTo>
                    <a:pt x="1705" y="306"/>
                    <a:pt x="1970" y="358"/>
                    <a:pt x="2222" y="464"/>
                  </a:cubicBezTo>
                  <a:cubicBezTo>
                    <a:pt x="2841" y="740"/>
                    <a:pt x="3343" y="1251"/>
                    <a:pt x="3609" y="1890"/>
                  </a:cubicBezTo>
                  <a:cubicBezTo>
                    <a:pt x="3795" y="2294"/>
                    <a:pt x="3874" y="2746"/>
                    <a:pt x="3854" y="3198"/>
                  </a:cubicBezTo>
                  <a:cubicBezTo>
                    <a:pt x="3531" y="3055"/>
                    <a:pt x="3185" y="2984"/>
                    <a:pt x="2838" y="2984"/>
                  </a:cubicBezTo>
                  <a:cubicBezTo>
                    <a:pt x="2615" y="2984"/>
                    <a:pt x="2392" y="3013"/>
                    <a:pt x="2173" y="3071"/>
                  </a:cubicBezTo>
                  <a:cubicBezTo>
                    <a:pt x="1720" y="3179"/>
                    <a:pt x="1337" y="3484"/>
                    <a:pt x="1120" y="3887"/>
                  </a:cubicBezTo>
                  <a:cubicBezTo>
                    <a:pt x="904" y="4359"/>
                    <a:pt x="1042" y="4929"/>
                    <a:pt x="1425" y="5185"/>
                  </a:cubicBezTo>
                  <a:cubicBezTo>
                    <a:pt x="1608" y="5304"/>
                    <a:pt x="1816" y="5363"/>
                    <a:pt x="2026" y="5363"/>
                  </a:cubicBezTo>
                  <a:cubicBezTo>
                    <a:pt x="2042" y="5363"/>
                    <a:pt x="2058" y="5363"/>
                    <a:pt x="2074" y="5362"/>
                  </a:cubicBezTo>
                  <a:cubicBezTo>
                    <a:pt x="2851" y="5362"/>
                    <a:pt x="3618" y="4831"/>
                    <a:pt x="3953" y="4064"/>
                  </a:cubicBezTo>
                  <a:cubicBezTo>
                    <a:pt x="4012" y="3936"/>
                    <a:pt x="4061" y="3798"/>
                    <a:pt x="4090" y="3661"/>
                  </a:cubicBezTo>
                  <a:cubicBezTo>
                    <a:pt x="4376" y="3838"/>
                    <a:pt x="4631" y="4064"/>
                    <a:pt x="4828" y="4339"/>
                  </a:cubicBezTo>
                  <a:cubicBezTo>
                    <a:pt x="5280" y="4939"/>
                    <a:pt x="5516" y="5755"/>
                    <a:pt x="5487" y="6611"/>
                  </a:cubicBezTo>
                  <a:cubicBezTo>
                    <a:pt x="5228" y="6531"/>
                    <a:pt x="4960" y="6492"/>
                    <a:pt x="4692" y="6492"/>
                  </a:cubicBezTo>
                  <a:cubicBezTo>
                    <a:pt x="4400" y="6492"/>
                    <a:pt x="4107" y="6538"/>
                    <a:pt x="3825" y="6631"/>
                  </a:cubicBezTo>
                  <a:cubicBezTo>
                    <a:pt x="3284" y="6837"/>
                    <a:pt x="2861" y="7260"/>
                    <a:pt x="2655" y="7801"/>
                  </a:cubicBezTo>
                  <a:cubicBezTo>
                    <a:pt x="2389" y="8489"/>
                    <a:pt x="2832" y="9257"/>
                    <a:pt x="3559" y="9355"/>
                  </a:cubicBezTo>
                  <a:cubicBezTo>
                    <a:pt x="3659" y="9373"/>
                    <a:pt x="3759" y="9383"/>
                    <a:pt x="3860" y="9383"/>
                  </a:cubicBezTo>
                  <a:cubicBezTo>
                    <a:pt x="4186" y="9383"/>
                    <a:pt x="4508" y="9285"/>
                    <a:pt x="4779" y="9089"/>
                  </a:cubicBezTo>
                  <a:cubicBezTo>
                    <a:pt x="5418" y="8627"/>
                    <a:pt x="5654" y="7831"/>
                    <a:pt x="5743" y="7240"/>
                  </a:cubicBezTo>
                  <a:cubicBezTo>
                    <a:pt x="5753" y="7162"/>
                    <a:pt x="5762" y="7113"/>
                    <a:pt x="5772" y="7044"/>
                  </a:cubicBezTo>
                  <a:cubicBezTo>
                    <a:pt x="6274" y="7270"/>
                    <a:pt x="6687" y="7644"/>
                    <a:pt x="6962" y="8126"/>
                  </a:cubicBezTo>
                  <a:cubicBezTo>
                    <a:pt x="7533" y="9129"/>
                    <a:pt x="7405" y="10506"/>
                    <a:pt x="6647" y="11479"/>
                  </a:cubicBezTo>
                  <a:cubicBezTo>
                    <a:pt x="6579" y="11578"/>
                    <a:pt x="6647" y="11725"/>
                    <a:pt x="6775" y="11725"/>
                  </a:cubicBezTo>
                  <a:cubicBezTo>
                    <a:pt x="6825" y="11725"/>
                    <a:pt x="6874" y="11705"/>
                    <a:pt x="6903" y="11666"/>
                  </a:cubicBezTo>
                  <a:cubicBezTo>
                    <a:pt x="7729" y="10604"/>
                    <a:pt x="7867" y="9070"/>
                    <a:pt x="7238" y="7968"/>
                  </a:cubicBezTo>
                  <a:cubicBezTo>
                    <a:pt x="6913" y="7408"/>
                    <a:pt x="6402" y="6965"/>
                    <a:pt x="5802" y="6719"/>
                  </a:cubicBezTo>
                  <a:cubicBezTo>
                    <a:pt x="5841" y="5746"/>
                    <a:pt x="5595" y="4831"/>
                    <a:pt x="5084" y="4152"/>
                  </a:cubicBezTo>
                  <a:cubicBezTo>
                    <a:pt x="4828" y="3818"/>
                    <a:pt x="4513" y="3543"/>
                    <a:pt x="4149" y="3336"/>
                  </a:cubicBezTo>
                  <a:cubicBezTo>
                    <a:pt x="4199" y="2795"/>
                    <a:pt x="4110" y="2254"/>
                    <a:pt x="3894" y="1763"/>
                  </a:cubicBezTo>
                  <a:cubicBezTo>
                    <a:pt x="3599" y="1054"/>
                    <a:pt x="3038" y="484"/>
                    <a:pt x="2330" y="179"/>
                  </a:cubicBezTo>
                  <a:cubicBezTo>
                    <a:pt x="2048" y="59"/>
                    <a:pt x="1747" y="0"/>
                    <a:pt x="14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2"/>
            <p:cNvSpPr/>
            <p:nvPr/>
          </p:nvSpPr>
          <p:spPr>
            <a:xfrm>
              <a:off x="5715725" y="2878742"/>
              <a:ext cx="156237" cy="404057"/>
            </a:xfrm>
            <a:custGeom>
              <a:avLst/>
              <a:gdLst/>
              <a:ahLst/>
              <a:cxnLst/>
              <a:rect l="l" t="t" r="r" b="b"/>
              <a:pathLst>
                <a:path w="3197" h="8268" extrusionOk="0">
                  <a:moveTo>
                    <a:pt x="2157" y="2869"/>
                  </a:moveTo>
                  <a:cubicBezTo>
                    <a:pt x="2403" y="2869"/>
                    <a:pt x="2649" y="2976"/>
                    <a:pt x="2754" y="3193"/>
                  </a:cubicBezTo>
                  <a:cubicBezTo>
                    <a:pt x="2853" y="3419"/>
                    <a:pt x="2803" y="3684"/>
                    <a:pt x="2636" y="3861"/>
                  </a:cubicBezTo>
                  <a:cubicBezTo>
                    <a:pt x="2449" y="4058"/>
                    <a:pt x="2194" y="4166"/>
                    <a:pt x="1938" y="4166"/>
                  </a:cubicBezTo>
                  <a:cubicBezTo>
                    <a:pt x="1623" y="4166"/>
                    <a:pt x="1309" y="4068"/>
                    <a:pt x="1063" y="3881"/>
                  </a:cubicBezTo>
                  <a:cubicBezTo>
                    <a:pt x="1063" y="3881"/>
                    <a:pt x="1063" y="3881"/>
                    <a:pt x="1073" y="3871"/>
                  </a:cubicBezTo>
                  <a:cubicBezTo>
                    <a:pt x="1250" y="3399"/>
                    <a:pt x="1486" y="3094"/>
                    <a:pt x="1810" y="2947"/>
                  </a:cubicBezTo>
                  <a:cubicBezTo>
                    <a:pt x="1914" y="2895"/>
                    <a:pt x="2036" y="2869"/>
                    <a:pt x="2157" y="2869"/>
                  </a:cubicBezTo>
                  <a:close/>
                  <a:moveTo>
                    <a:pt x="2407" y="1"/>
                  </a:moveTo>
                  <a:cubicBezTo>
                    <a:pt x="1552" y="1"/>
                    <a:pt x="754" y="600"/>
                    <a:pt x="384" y="1324"/>
                  </a:cubicBezTo>
                  <a:cubicBezTo>
                    <a:pt x="40" y="1944"/>
                    <a:pt x="1" y="2691"/>
                    <a:pt x="256" y="3350"/>
                  </a:cubicBezTo>
                  <a:cubicBezTo>
                    <a:pt x="364" y="3596"/>
                    <a:pt x="512" y="3802"/>
                    <a:pt x="699" y="3980"/>
                  </a:cubicBezTo>
                  <a:cubicBezTo>
                    <a:pt x="414" y="4815"/>
                    <a:pt x="453" y="5730"/>
                    <a:pt x="797" y="6546"/>
                  </a:cubicBezTo>
                  <a:cubicBezTo>
                    <a:pt x="1191" y="7441"/>
                    <a:pt x="1997" y="8081"/>
                    <a:pt x="2961" y="8267"/>
                  </a:cubicBezTo>
                  <a:lnTo>
                    <a:pt x="2990" y="8267"/>
                  </a:lnTo>
                  <a:cubicBezTo>
                    <a:pt x="3177" y="8267"/>
                    <a:pt x="3197" y="8002"/>
                    <a:pt x="3010" y="7963"/>
                  </a:cubicBezTo>
                  <a:cubicBezTo>
                    <a:pt x="2204" y="7835"/>
                    <a:pt x="1446" y="7225"/>
                    <a:pt x="1082" y="6419"/>
                  </a:cubicBezTo>
                  <a:cubicBezTo>
                    <a:pt x="778" y="5710"/>
                    <a:pt x="738" y="4924"/>
                    <a:pt x="964" y="4186"/>
                  </a:cubicBezTo>
                  <a:lnTo>
                    <a:pt x="964" y="4186"/>
                  </a:lnTo>
                  <a:cubicBezTo>
                    <a:pt x="1238" y="4374"/>
                    <a:pt x="1565" y="4482"/>
                    <a:pt x="1903" y="4482"/>
                  </a:cubicBezTo>
                  <a:cubicBezTo>
                    <a:pt x="1918" y="4482"/>
                    <a:pt x="1933" y="4481"/>
                    <a:pt x="1948" y="4481"/>
                  </a:cubicBezTo>
                  <a:cubicBezTo>
                    <a:pt x="2292" y="4471"/>
                    <a:pt x="2626" y="4324"/>
                    <a:pt x="2862" y="4078"/>
                  </a:cubicBezTo>
                  <a:cubicBezTo>
                    <a:pt x="3108" y="3802"/>
                    <a:pt x="3177" y="3399"/>
                    <a:pt x="3030" y="3065"/>
                  </a:cubicBezTo>
                  <a:cubicBezTo>
                    <a:pt x="2870" y="2725"/>
                    <a:pt x="2511" y="2566"/>
                    <a:pt x="2156" y="2566"/>
                  </a:cubicBezTo>
                  <a:cubicBezTo>
                    <a:pt x="1987" y="2566"/>
                    <a:pt x="1818" y="2602"/>
                    <a:pt x="1672" y="2671"/>
                  </a:cubicBezTo>
                  <a:cubicBezTo>
                    <a:pt x="1309" y="2849"/>
                    <a:pt x="1033" y="3173"/>
                    <a:pt x="817" y="3665"/>
                  </a:cubicBezTo>
                  <a:cubicBezTo>
                    <a:pt x="699" y="3537"/>
                    <a:pt x="610" y="3389"/>
                    <a:pt x="541" y="3232"/>
                  </a:cubicBezTo>
                  <a:cubicBezTo>
                    <a:pt x="315" y="2652"/>
                    <a:pt x="355" y="2003"/>
                    <a:pt x="659" y="1462"/>
                  </a:cubicBezTo>
                  <a:cubicBezTo>
                    <a:pt x="975" y="847"/>
                    <a:pt x="1684" y="311"/>
                    <a:pt x="2413" y="311"/>
                  </a:cubicBezTo>
                  <a:cubicBezTo>
                    <a:pt x="2570" y="311"/>
                    <a:pt x="2727" y="336"/>
                    <a:pt x="2882" y="390"/>
                  </a:cubicBezTo>
                  <a:cubicBezTo>
                    <a:pt x="2901" y="397"/>
                    <a:pt x="2920" y="400"/>
                    <a:pt x="2937" y="400"/>
                  </a:cubicBezTo>
                  <a:cubicBezTo>
                    <a:pt x="3086" y="400"/>
                    <a:pt x="3148" y="157"/>
                    <a:pt x="2980" y="95"/>
                  </a:cubicBezTo>
                  <a:cubicBezTo>
                    <a:pt x="2789" y="30"/>
                    <a:pt x="2597" y="1"/>
                    <a:pt x="24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2"/>
            <p:cNvSpPr/>
            <p:nvPr/>
          </p:nvSpPr>
          <p:spPr>
            <a:xfrm>
              <a:off x="7441136" y="3226550"/>
              <a:ext cx="485426" cy="173537"/>
            </a:xfrm>
            <a:custGeom>
              <a:avLst/>
              <a:gdLst/>
              <a:ahLst/>
              <a:cxnLst/>
              <a:rect l="l" t="t" r="r" b="b"/>
              <a:pathLst>
                <a:path w="9933" h="3551" extrusionOk="0">
                  <a:moveTo>
                    <a:pt x="5283" y="305"/>
                  </a:moveTo>
                  <a:cubicBezTo>
                    <a:pt x="5332" y="305"/>
                    <a:pt x="5391" y="314"/>
                    <a:pt x="5440" y="324"/>
                  </a:cubicBezTo>
                  <a:cubicBezTo>
                    <a:pt x="5725" y="364"/>
                    <a:pt x="5981" y="521"/>
                    <a:pt x="6138" y="767"/>
                  </a:cubicBezTo>
                  <a:cubicBezTo>
                    <a:pt x="6414" y="1209"/>
                    <a:pt x="6365" y="1839"/>
                    <a:pt x="6001" y="2311"/>
                  </a:cubicBezTo>
                  <a:cubicBezTo>
                    <a:pt x="5883" y="2468"/>
                    <a:pt x="5735" y="2616"/>
                    <a:pt x="5568" y="2724"/>
                  </a:cubicBezTo>
                  <a:cubicBezTo>
                    <a:pt x="5470" y="2665"/>
                    <a:pt x="5371" y="2606"/>
                    <a:pt x="5283" y="2537"/>
                  </a:cubicBezTo>
                  <a:cubicBezTo>
                    <a:pt x="4889" y="2232"/>
                    <a:pt x="4634" y="1908"/>
                    <a:pt x="4525" y="1554"/>
                  </a:cubicBezTo>
                  <a:cubicBezTo>
                    <a:pt x="4398" y="1150"/>
                    <a:pt x="4506" y="708"/>
                    <a:pt x="4781" y="482"/>
                  </a:cubicBezTo>
                  <a:cubicBezTo>
                    <a:pt x="4919" y="364"/>
                    <a:pt x="5096" y="305"/>
                    <a:pt x="5283" y="305"/>
                  </a:cubicBezTo>
                  <a:close/>
                  <a:moveTo>
                    <a:pt x="5284" y="0"/>
                  </a:moveTo>
                  <a:cubicBezTo>
                    <a:pt x="5034" y="0"/>
                    <a:pt x="4785" y="84"/>
                    <a:pt x="4584" y="246"/>
                  </a:cubicBezTo>
                  <a:cubicBezTo>
                    <a:pt x="4211" y="560"/>
                    <a:pt x="4073" y="1121"/>
                    <a:pt x="4230" y="1652"/>
                  </a:cubicBezTo>
                  <a:cubicBezTo>
                    <a:pt x="4358" y="2065"/>
                    <a:pt x="4653" y="2439"/>
                    <a:pt x="5096" y="2783"/>
                  </a:cubicBezTo>
                  <a:cubicBezTo>
                    <a:pt x="5155" y="2822"/>
                    <a:pt x="5214" y="2862"/>
                    <a:pt x="5273" y="2901"/>
                  </a:cubicBezTo>
                  <a:cubicBezTo>
                    <a:pt x="5047" y="3019"/>
                    <a:pt x="4801" y="3108"/>
                    <a:pt x="4535" y="3157"/>
                  </a:cubicBezTo>
                  <a:cubicBezTo>
                    <a:pt x="4286" y="3211"/>
                    <a:pt x="4033" y="3238"/>
                    <a:pt x="3779" y="3238"/>
                  </a:cubicBezTo>
                  <a:cubicBezTo>
                    <a:pt x="2388" y="3238"/>
                    <a:pt x="993" y="2449"/>
                    <a:pt x="336" y="1209"/>
                  </a:cubicBezTo>
                  <a:cubicBezTo>
                    <a:pt x="304" y="1152"/>
                    <a:pt x="254" y="1127"/>
                    <a:pt x="204" y="1127"/>
                  </a:cubicBezTo>
                  <a:cubicBezTo>
                    <a:pt x="102" y="1127"/>
                    <a:pt x="1" y="1231"/>
                    <a:pt x="60" y="1357"/>
                  </a:cubicBezTo>
                  <a:cubicBezTo>
                    <a:pt x="778" y="2695"/>
                    <a:pt x="2283" y="3550"/>
                    <a:pt x="3788" y="3550"/>
                  </a:cubicBezTo>
                  <a:cubicBezTo>
                    <a:pt x="4063" y="3550"/>
                    <a:pt x="4339" y="3521"/>
                    <a:pt x="4614" y="3452"/>
                  </a:cubicBezTo>
                  <a:cubicBezTo>
                    <a:pt x="4948" y="3383"/>
                    <a:pt x="5283" y="3265"/>
                    <a:pt x="5588" y="3088"/>
                  </a:cubicBezTo>
                  <a:cubicBezTo>
                    <a:pt x="6084" y="3357"/>
                    <a:pt x="6631" y="3494"/>
                    <a:pt x="7185" y="3494"/>
                  </a:cubicBezTo>
                  <a:cubicBezTo>
                    <a:pt x="7400" y="3494"/>
                    <a:pt x="7616" y="3473"/>
                    <a:pt x="7830" y="3432"/>
                  </a:cubicBezTo>
                  <a:cubicBezTo>
                    <a:pt x="8823" y="3216"/>
                    <a:pt x="9640" y="2458"/>
                    <a:pt x="9885" y="1544"/>
                  </a:cubicBezTo>
                  <a:cubicBezTo>
                    <a:pt x="9932" y="1421"/>
                    <a:pt x="9836" y="1340"/>
                    <a:pt x="9741" y="1340"/>
                  </a:cubicBezTo>
                  <a:cubicBezTo>
                    <a:pt x="9675" y="1340"/>
                    <a:pt x="9610" y="1378"/>
                    <a:pt x="9590" y="1465"/>
                  </a:cubicBezTo>
                  <a:cubicBezTo>
                    <a:pt x="9374" y="2272"/>
                    <a:pt x="8646" y="2940"/>
                    <a:pt x="7771" y="3137"/>
                  </a:cubicBezTo>
                  <a:cubicBezTo>
                    <a:pt x="7581" y="3172"/>
                    <a:pt x="7388" y="3190"/>
                    <a:pt x="7195" y="3190"/>
                  </a:cubicBezTo>
                  <a:cubicBezTo>
                    <a:pt x="6740" y="3190"/>
                    <a:pt x="6287" y="3091"/>
                    <a:pt x="5873" y="2891"/>
                  </a:cubicBezTo>
                  <a:cubicBezTo>
                    <a:pt x="6020" y="2773"/>
                    <a:pt x="6148" y="2645"/>
                    <a:pt x="6256" y="2498"/>
                  </a:cubicBezTo>
                  <a:cubicBezTo>
                    <a:pt x="6689" y="1927"/>
                    <a:pt x="6748" y="1141"/>
                    <a:pt x="6404" y="600"/>
                  </a:cubicBezTo>
                  <a:cubicBezTo>
                    <a:pt x="6197" y="285"/>
                    <a:pt x="5863" y="69"/>
                    <a:pt x="5489" y="19"/>
                  </a:cubicBezTo>
                  <a:cubicBezTo>
                    <a:pt x="5421" y="7"/>
                    <a:pt x="5352" y="0"/>
                    <a:pt x="52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3" name="Google Shape;303;p22"/>
          <p:cNvGrpSpPr/>
          <p:nvPr/>
        </p:nvGrpSpPr>
        <p:grpSpPr>
          <a:xfrm>
            <a:off x="766835" y="287350"/>
            <a:ext cx="959783" cy="901561"/>
            <a:chOff x="220838" y="-10150"/>
            <a:chExt cx="1417700" cy="1331700"/>
          </a:xfrm>
        </p:grpSpPr>
        <p:sp>
          <p:nvSpPr>
            <p:cNvPr id="304" name="Google Shape;304;p22"/>
            <p:cNvSpPr/>
            <p:nvPr/>
          </p:nvSpPr>
          <p:spPr>
            <a:xfrm>
              <a:off x="220838" y="-10150"/>
              <a:ext cx="1241175" cy="540250"/>
            </a:xfrm>
            <a:custGeom>
              <a:avLst/>
              <a:gdLst/>
              <a:ahLst/>
              <a:cxnLst/>
              <a:rect l="l" t="t" r="r" b="b"/>
              <a:pathLst>
                <a:path w="49647" h="21610" extrusionOk="0">
                  <a:moveTo>
                    <a:pt x="46637" y="0"/>
                  </a:moveTo>
                  <a:cubicBezTo>
                    <a:pt x="46539" y="0"/>
                    <a:pt x="46440" y="21"/>
                    <a:pt x="46342" y="62"/>
                  </a:cubicBezTo>
                  <a:lnTo>
                    <a:pt x="44296" y="750"/>
                  </a:lnTo>
                  <a:cubicBezTo>
                    <a:pt x="44228" y="760"/>
                    <a:pt x="44159" y="780"/>
                    <a:pt x="44090" y="799"/>
                  </a:cubicBezTo>
                  <a:lnTo>
                    <a:pt x="40569" y="1989"/>
                  </a:lnTo>
                  <a:cubicBezTo>
                    <a:pt x="40490" y="2019"/>
                    <a:pt x="40422" y="2048"/>
                    <a:pt x="40353" y="2088"/>
                  </a:cubicBezTo>
                  <a:lnTo>
                    <a:pt x="36773" y="3307"/>
                  </a:lnTo>
                  <a:cubicBezTo>
                    <a:pt x="36694" y="3317"/>
                    <a:pt x="36615" y="3337"/>
                    <a:pt x="36537" y="3357"/>
                  </a:cubicBezTo>
                  <a:lnTo>
                    <a:pt x="33006" y="4556"/>
                  </a:lnTo>
                  <a:cubicBezTo>
                    <a:pt x="32927" y="4586"/>
                    <a:pt x="32859" y="4615"/>
                    <a:pt x="32790" y="4665"/>
                  </a:cubicBezTo>
                  <a:lnTo>
                    <a:pt x="28797" y="6012"/>
                  </a:lnTo>
                  <a:cubicBezTo>
                    <a:pt x="28708" y="6022"/>
                    <a:pt x="28620" y="6041"/>
                    <a:pt x="28541" y="6071"/>
                  </a:cubicBezTo>
                  <a:lnTo>
                    <a:pt x="25010" y="7261"/>
                  </a:lnTo>
                  <a:cubicBezTo>
                    <a:pt x="24932" y="7290"/>
                    <a:pt x="24853" y="7330"/>
                    <a:pt x="24774" y="7379"/>
                  </a:cubicBezTo>
                  <a:lnTo>
                    <a:pt x="20850" y="8707"/>
                  </a:lnTo>
                  <a:cubicBezTo>
                    <a:pt x="20762" y="8716"/>
                    <a:pt x="20673" y="8736"/>
                    <a:pt x="20585" y="8766"/>
                  </a:cubicBezTo>
                  <a:lnTo>
                    <a:pt x="17054" y="9965"/>
                  </a:lnTo>
                  <a:cubicBezTo>
                    <a:pt x="16966" y="9995"/>
                    <a:pt x="16887" y="10034"/>
                    <a:pt x="16808" y="10083"/>
                  </a:cubicBezTo>
                  <a:lnTo>
                    <a:pt x="12914" y="11411"/>
                  </a:lnTo>
                  <a:cubicBezTo>
                    <a:pt x="12815" y="11411"/>
                    <a:pt x="12727" y="11431"/>
                    <a:pt x="12628" y="11460"/>
                  </a:cubicBezTo>
                  <a:lnTo>
                    <a:pt x="9098" y="12660"/>
                  </a:lnTo>
                  <a:cubicBezTo>
                    <a:pt x="9009" y="12690"/>
                    <a:pt x="8921" y="12739"/>
                    <a:pt x="8832" y="12788"/>
                  </a:cubicBezTo>
                  <a:lnTo>
                    <a:pt x="905" y="15483"/>
                  </a:lnTo>
                  <a:cubicBezTo>
                    <a:pt x="305" y="15689"/>
                    <a:pt x="1" y="16348"/>
                    <a:pt x="227" y="16938"/>
                  </a:cubicBezTo>
                  <a:lnTo>
                    <a:pt x="1781" y="20912"/>
                  </a:lnTo>
                  <a:cubicBezTo>
                    <a:pt x="1948" y="21334"/>
                    <a:pt x="2351" y="21610"/>
                    <a:pt x="2813" y="21610"/>
                  </a:cubicBezTo>
                  <a:cubicBezTo>
                    <a:pt x="2931" y="21610"/>
                    <a:pt x="3049" y="21590"/>
                    <a:pt x="3167" y="21551"/>
                  </a:cubicBezTo>
                  <a:lnTo>
                    <a:pt x="5744" y="20675"/>
                  </a:lnTo>
                  <a:cubicBezTo>
                    <a:pt x="5783" y="20685"/>
                    <a:pt x="5823" y="20685"/>
                    <a:pt x="5872" y="20685"/>
                  </a:cubicBezTo>
                  <a:cubicBezTo>
                    <a:pt x="5980" y="20685"/>
                    <a:pt x="6098" y="20666"/>
                    <a:pt x="6206" y="20636"/>
                  </a:cubicBezTo>
                  <a:lnTo>
                    <a:pt x="9786" y="19485"/>
                  </a:lnTo>
                  <a:cubicBezTo>
                    <a:pt x="9983" y="19417"/>
                    <a:pt x="10150" y="19299"/>
                    <a:pt x="10288" y="19141"/>
                  </a:cubicBezTo>
                  <a:lnTo>
                    <a:pt x="13169" y="18168"/>
                  </a:lnTo>
                  <a:cubicBezTo>
                    <a:pt x="13228" y="18158"/>
                    <a:pt x="13287" y="18148"/>
                    <a:pt x="13336" y="18128"/>
                  </a:cubicBezTo>
                  <a:lnTo>
                    <a:pt x="16916" y="16978"/>
                  </a:lnTo>
                  <a:cubicBezTo>
                    <a:pt x="17044" y="16938"/>
                    <a:pt x="17162" y="16869"/>
                    <a:pt x="17270" y="16791"/>
                  </a:cubicBezTo>
                  <a:lnTo>
                    <a:pt x="20988" y="15532"/>
                  </a:lnTo>
                  <a:cubicBezTo>
                    <a:pt x="21106" y="15532"/>
                    <a:pt x="21224" y="15512"/>
                    <a:pt x="21342" y="15473"/>
                  </a:cubicBezTo>
                  <a:lnTo>
                    <a:pt x="22473" y="15089"/>
                  </a:lnTo>
                  <a:cubicBezTo>
                    <a:pt x="23260" y="14824"/>
                    <a:pt x="24066" y="14548"/>
                    <a:pt x="24883" y="14273"/>
                  </a:cubicBezTo>
                  <a:cubicBezTo>
                    <a:pt x="24991" y="14234"/>
                    <a:pt x="25099" y="14175"/>
                    <a:pt x="25197" y="14106"/>
                  </a:cubicBezTo>
                  <a:lnTo>
                    <a:pt x="28964" y="12827"/>
                  </a:lnTo>
                  <a:cubicBezTo>
                    <a:pt x="29082" y="12827"/>
                    <a:pt x="29200" y="12808"/>
                    <a:pt x="29308" y="12778"/>
                  </a:cubicBezTo>
                  <a:cubicBezTo>
                    <a:pt x="30488" y="12375"/>
                    <a:pt x="31659" y="11982"/>
                    <a:pt x="32839" y="11578"/>
                  </a:cubicBezTo>
                  <a:cubicBezTo>
                    <a:pt x="32937" y="11539"/>
                    <a:pt x="33036" y="11490"/>
                    <a:pt x="33124" y="11431"/>
                  </a:cubicBezTo>
                  <a:lnTo>
                    <a:pt x="36999" y="10123"/>
                  </a:lnTo>
                  <a:cubicBezTo>
                    <a:pt x="37097" y="10113"/>
                    <a:pt x="37206" y="10093"/>
                    <a:pt x="37304" y="10064"/>
                  </a:cubicBezTo>
                  <a:lnTo>
                    <a:pt x="38759" y="9572"/>
                  </a:lnTo>
                  <a:cubicBezTo>
                    <a:pt x="39458" y="9336"/>
                    <a:pt x="40156" y="9100"/>
                    <a:pt x="40835" y="8864"/>
                  </a:cubicBezTo>
                  <a:cubicBezTo>
                    <a:pt x="40923" y="8834"/>
                    <a:pt x="41012" y="8795"/>
                    <a:pt x="41090" y="8746"/>
                  </a:cubicBezTo>
                  <a:lnTo>
                    <a:pt x="44591" y="7566"/>
                  </a:lnTo>
                  <a:cubicBezTo>
                    <a:pt x="44680" y="7556"/>
                    <a:pt x="44769" y="7536"/>
                    <a:pt x="44857" y="7507"/>
                  </a:cubicBezTo>
                  <a:cubicBezTo>
                    <a:pt x="45722" y="7212"/>
                    <a:pt x="46529" y="6936"/>
                    <a:pt x="47276" y="6681"/>
                  </a:cubicBezTo>
                  <a:lnTo>
                    <a:pt x="48388" y="6307"/>
                  </a:lnTo>
                  <a:cubicBezTo>
                    <a:pt x="48457" y="6277"/>
                    <a:pt x="48525" y="6248"/>
                    <a:pt x="48594" y="6209"/>
                  </a:cubicBezTo>
                  <a:lnTo>
                    <a:pt x="48732" y="6159"/>
                  </a:lnTo>
                  <a:cubicBezTo>
                    <a:pt x="49342" y="5953"/>
                    <a:pt x="49647" y="5274"/>
                    <a:pt x="49401" y="4684"/>
                  </a:cubicBezTo>
                  <a:lnTo>
                    <a:pt x="47719" y="681"/>
                  </a:lnTo>
                  <a:cubicBezTo>
                    <a:pt x="47545" y="276"/>
                    <a:pt x="47162" y="3"/>
                    <a:pt x="46720" y="3"/>
                  </a:cubicBezTo>
                  <a:cubicBezTo>
                    <a:pt x="46712" y="3"/>
                    <a:pt x="46704" y="3"/>
                    <a:pt x="46696" y="3"/>
                  </a:cubicBezTo>
                  <a:cubicBezTo>
                    <a:pt x="46676" y="1"/>
                    <a:pt x="46657" y="0"/>
                    <a:pt x="46637" y="0"/>
                  </a:cubicBezTo>
                  <a:close/>
                </a:path>
              </a:pathLst>
            </a:custGeom>
            <a:solidFill>
              <a:schemeClr val="accent6"/>
            </a:solidFill>
            <a:ln w="76200" cap="flat" cmpd="sng">
              <a:solidFill>
                <a:schemeClr val="accent6"/>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2"/>
            <p:cNvSpPr/>
            <p:nvPr/>
          </p:nvSpPr>
          <p:spPr>
            <a:xfrm>
              <a:off x="259938" y="212725"/>
              <a:ext cx="1378600" cy="1108825"/>
            </a:xfrm>
            <a:custGeom>
              <a:avLst/>
              <a:gdLst/>
              <a:ahLst/>
              <a:cxnLst/>
              <a:rect l="l" t="t" r="r" b="b"/>
              <a:pathLst>
                <a:path w="55144" h="44353" extrusionOk="0">
                  <a:moveTo>
                    <a:pt x="47660" y="0"/>
                  </a:moveTo>
                  <a:cubicBezTo>
                    <a:pt x="47578" y="0"/>
                    <a:pt x="47496" y="9"/>
                    <a:pt x="47414" y="28"/>
                  </a:cubicBezTo>
                  <a:lnTo>
                    <a:pt x="46735" y="185"/>
                  </a:lnTo>
                  <a:lnTo>
                    <a:pt x="46676" y="195"/>
                  </a:lnTo>
                  <a:lnTo>
                    <a:pt x="43037" y="1021"/>
                  </a:lnTo>
                  <a:lnTo>
                    <a:pt x="42949" y="1041"/>
                  </a:lnTo>
                  <a:lnTo>
                    <a:pt x="42909" y="1050"/>
                  </a:lnTo>
                  <a:lnTo>
                    <a:pt x="39713" y="1768"/>
                  </a:lnTo>
                  <a:cubicBezTo>
                    <a:pt x="39654" y="1759"/>
                    <a:pt x="39595" y="1759"/>
                    <a:pt x="39536" y="1759"/>
                  </a:cubicBezTo>
                  <a:cubicBezTo>
                    <a:pt x="39448" y="1759"/>
                    <a:pt x="39369" y="1768"/>
                    <a:pt x="39290" y="1788"/>
                  </a:cubicBezTo>
                  <a:lnTo>
                    <a:pt x="35651" y="2604"/>
                  </a:lnTo>
                  <a:cubicBezTo>
                    <a:pt x="35504" y="2634"/>
                    <a:pt x="35376" y="2703"/>
                    <a:pt x="35248" y="2781"/>
                  </a:cubicBezTo>
                  <a:lnTo>
                    <a:pt x="31521" y="3627"/>
                  </a:lnTo>
                  <a:cubicBezTo>
                    <a:pt x="31462" y="3617"/>
                    <a:pt x="31403" y="3607"/>
                    <a:pt x="31334" y="3607"/>
                  </a:cubicBezTo>
                  <a:cubicBezTo>
                    <a:pt x="31255" y="3607"/>
                    <a:pt x="31167" y="3617"/>
                    <a:pt x="31088" y="3637"/>
                  </a:cubicBezTo>
                  <a:lnTo>
                    <a:pt x="27449" y="4463"/>
                  </a:lnTo>
                  <a:cubicBezTo>
                    <a:pt x="27311" y="4493"/>
                    <a:pt x="27174" y="4552"/>
                    <a:pt x="27056" y="4640"/>
                  </a:cubicBezTo>
                  <a:lnTo>
                    <a:pt x="23328" y="5486"/>
                  </a:lnTo>
                  <a:cubicBezTo>
                    <a:pt x="23269" y="5466"/>
                    <a:pt x="23201" y="5466"/>
                    <a:pt x="23132" y="5466"/>
                  </a:cubicBezTo>
                  <a:cubicBezTo>
                    <a:pt x="23053" y="5466"/>
                    <a:pt x="22974" y="5476"/>
                    <a:pt x="22886" y="5496"/>
                  </a:cubicBezTo>
                  <a:lnTo>
                    <a:pt x="19257" y="6312"/>
                  </a:lnTo>
                  <a:cubicBezTo>
                    <a:pt x="19109" y="6342"/>
                    <a:pt x="18972" y="6410"/>
                    <a:pt x="18854" y="6499"/>
                  </a:cubicBezTo>
                  <a:lnTo>
                    <a:pt x="15097" y="7345"/>
                  </a:lnTo>
                  <a:cubicBezTo>
                    <a:pt x="15028" y="7335"/>
                    <a:pt x="14969" y="7325"/>
                    <a:pt x="14900" y="7325"/>
                  </a:cubicBezTo>
                  <a:cubicBezTo>
                    <a:pt x="14821" y="7325"/>
                    <a:pt x="14733" y="7335"/>
                    <a:pt x="14654" y="7355"/>
                  </a:cubicBezTo>
                  <a:lnTo>
                    <a:pt x="11015" y="8181"/>
                  </a:lnTo>
                  <a:cubicBezTo>
                    <a:pt x="10868" y="8210"/>
                    <a:pt x="10730" y="8269"/>
                    <a:pt x="10612" y="8358"/>
                  </a:cubicBezTo>
                  <a:lnTo>
                    <a:pt x="7317" y="9105"/>
                  </a:lnTo>
                  <a:cubicBezTo>
                    <a:pt x="7249" y="9091"/>
                    <a:pt x="7178" y="9084"/>
                    <a:pt x="7109" y="9084"/>
                  </a:cubicBezTo>
                  <a:cubicBezTo>
                    <a:pt x="7028" y="9084"/>
                    <a:pt x="6949" y="9094"/>
                    <a:pt x="6875" y="9115"/>
                  </a:cubicBezTo>
                  <a:lnTo>
                    <a:pt x="3236" y="9941"/>
                  </a:lnTo>
                  <a:cubicBezTo>
                    <a:pt x="3088" y="9971"/>
                    <a:pt x="2951" y="10030"/>
                    <a:pt x="2833" y="10118"/>
                  </a:cubicBezTo>
                  <a:lnTo>
                    <a:pt x="964" y="10541"/>
                  </a:lnTo>
                  <a:cubicBezTo>
                    <a:pt x="374" y="10679"/>
                    <a:pt x="0" y="11259"/>
                    <a:pt x="128" y="11859"/>
                  </a:cubicBezTo>
                  <a:lnTo>
                    <a:pt x="1013" y="15999"/>
                  </a:lnTo>
                  <a:cubicBezTo>
                    <a:pt x="1023" y="16019"/>
                    <a:pt x="1023" y="16029"/>
                    <a:pt x="1023" y="16048"/>
                  </a:cubicBezTo>
                  <a:lnTo>
                    <a:pt x="1023" y="16058"/>
                  </a:lnTo>
                  <a:lnTo>
                    <a:pt x="1033" y="16107"/>
                  </a:lnTo>
                  <a:lnTo>
                    <a:pt x="6855" y="43478"/>
                  </a:lnTo>
                  <a:cubicBezTo>
                    <a:pt x="6963" y="43989"/>
                    <a:pt x="7416" y="44353"/>
                    <a:pt x="7937" y="44353"/>
                  </a:cubicBezTo>
                  <a:cubicBezTo>
                    <a:pt x="8016" y="44353"/>
                    <a:pt x="8094" y="44343"/>
                    <a:pt x="8173" y="44323"/>
                  </a:cubicBezTo>
                  <a:lnTo>
                    <a:pt x="54170" y="34489"/>
                  </a:lnTo>
                  <a:cubicBezTo>
                    <a:pt x="54760" y="34371"/>
                    <a:pt x="55144" y="33790"/>
                    <a:pt x="55026" y="33200"/>
                  </a:cubicBezTo>
                  <a:lnTo>
                    <a:pt x="48751" y="893"/>
                  </a:lnTo>
                  <a:cubicBezTo>
                    <a:pt x="48649" y="366"/>
                    <a:pt x="48179" y="0"/>
                    <a:pt x="47660" y="0"/>
                  </a:cubicBezTo>
                  <a:close/>
                </a:path>
              </a:pathLst>
            </a:custGeom>
            <a:solidFill>
              <a:schemeClr val="accent6"/>
            </a:solidFill>
            <a:ln w="76200" cap="flat" cmpd="sng">
              <a:solidFill>
                <a:schemeClr val="accent6"/>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2"/>
            <p:cNvSpPr/>
            <p:nvPr/>
          </p:nvSpPr>
          <p:spPr>
            <a:xfrm>
              <a:off x="248725" y="11400"/>
              <a:ext cx="1178225" cy="485125"/>
            </a:xfrm>
            <a:custGeom>
              <a:avLst/>
              <a:gdLst/>
              <a:ahLst/>
              <a:cxnLst/>
              <a:rect l="l" t="t" r="r" b="b"/>
              <a:pathLst>
                <a:path w="47129" h="19405" extrusionOk="0">
                  <a:moveTo>
                    <a:pt x="45447" y="1"/>
                  </a:moveTo>
                  <a:lnTo>
                    <a:pt x="1" y="15431"/>
                  </a:lnTo>
                  <a:lnTo>
                    <a:pt x="1555" y="19405"/>
                  </a:lnTo>
                  <a:lnTo>
                    <a:pt x="47129" y="4013"/>
                  </a:lnTo>
                  <a:lnTo>
                    <a:pt x="4544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2"/>
            <p:cNvSpPr/>
            <p:nvPr/>
          </p:nvSpPr>
          <p:spPr>
            <a:xfrm>
              <a:off x="453775" y="296600"/>
              <a:ext cx="177800" cy="114375"/>
            </a:xfrm>
            <a:custGeom>
              <a:avLst/>
              <a:gdLst/>
              <a:ahLst/>
              <a:cxnLst/>
              <a:rect l="l" t="t" r="r" b="b"/>
              <a:pathLst>
                <a:path w="7112" h="4575" extrusionOk="0">
                  <a:moveTo>
                    <a:pt x="3532" y="1"/>
                  </a:moveTo>
                  <a:lnTo>
                    <a:pt x="1" y="1201"/>
                  </a:lnTo>
                  <a:lnTo>
                    <a:pt x="3532" y="4574"/>
                  </a:lnTo>
                  <a:lnTo>
                    <a:pt x="7111" y="3423"/>
                  </a:lnTo>
                  <a:lnTo>
                    <a:pt x="353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2"/>
            <p:cNvSpPr/>
            <p:nvPr/>
          </p:nvSpPr>
          <p:spPr>
            <a:xfrm>
              <a:off x="275525" y="359300"/>
              <a:ext cx="177800" cy="114350"/>
            </a:xfrm>
            <a:custGeom>
              <a:avLst/>
              <a:gdLst/>
              <a:ahLst/>
              <a:cxnLst/>
              <a:rect l="l" t="t" r="r" b="b"/>
              <a:pathLst>
                <a:path w="7112" h="4574" extrusionOk="0">
                  <a:moveTo>
                    <a:pt x="3531" y="1"/>
                  </a:moveTo>
                  <a:lnTo>
                    <a:pt x="1" y="1201"/>
                  </a:lnTo>
                  <a:lnTo>
                    <a:pt x="3531" y="4574"/>
                  </a:lnTo>
                  <a:lnTo>
                    <a:pt x="7111" y="3413"/>
                  </a:lnTo>
                  <a:lnTo>
                    <a:pt x="353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2"/>
            <p:cNvSpPr/>
            <p:nvPr/>
          </p:nvSpPr>
          <p:spPr>
            <a:xfrm>
              <a:off x="652700" y="229250"/>
              <a:ext cx="177775" cy="115325"/>
            </a:xfrm>
            <a:custGeom>
              <a:avLst/>
              <a:gdLst/>
              <a:ahLst/>
              <a:cxnLst/>
              <a:rect l="l" t="t" r="r" b="b"/>
              <a:pathLst>
                <a:path w="7111" h="4613" extrusionOk="0">
                  <a:moveTo>
                    <a:pt x="3531" y="0"/>
                  </a:moveTo>
                  <a:lnTo>
                    <a:pt x="0" y="1200"/>
                  </a:lnTo>
                  <a:lnTo>
                    <a:pt x="3570" y="4613"/>
                  </a:lnTo>
                  <a:lnTo>
                    <a:pt x="7111" y="3413"/>
                  </a:lnTo>
                  <a:lnTo>
                    <a:pt x="353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22"/>
            <p:cNvSpPr/>
            <p:nvPr/>
          </p:nvSpPr>
          <p:spPr>
            <a:xfrm>
              <a:off x="851600" y="161875"/>
              <a:ext cx="177800" cy="115350"/>
            </a:xfrm>
            <a:custGeom>
              <a:avLst/>
              <a:gdLst/>
              <a:ahLst/>
              <a:cxnLst/>
              <a:rect l="l" t="t" r="r" b="b"/>
              <a:pathLst>
                <a:path w="7112" h="4614" extrusionOk="0">
                  <a:moveTo>
                    <a:pt x="3531" y="1"/>
                  </a:moveTo>
                  <a:lnTo>
                    <a:pt x="1" y="1191"/>
                  </a:lnTo>
                  <a:lnTo>
                    <a:pt x="3580" y="4613"/>
                  </a:lnTo>
                  <a:cubicBezTo>
                    <a:pt x="4761" y="4210"/>
                    <a:pt x="5931" y="3816"/>
                    <a:pt x="7111" y="3413"/>
                  </a:cubicBezTo>
                  <a:lnTo>
                    <a:pt x="353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22"/>
            <p:cNvSpPr/>
            <p:nvPr/>
          </p:nvSpPr>
          <p:spPr>
            <a:xfrm>
              <a:off x="1051500" y="94025"/>
              <a:ext cx="177775" cy="115325"/>
            </a:xfrm>
            <a:custGeom>
              <a:avLst/>
              <a:gdLst/>
              <a:ahLst/>
              <a:cxnLst/>
              <a:rect l="l" t="t" r="r" b="b"/>
              <a:pathLst>
                <a:path w="7111" h="4613" extrusionOk="0">
                  <a:moveTo>
                    <a:pt x="3531" y="0"/>
                  </a:moveTo>
                  <a:lnTo>
                    <a:pt x="0" y="1200"/>
                  </a:lnTo>
                  <a:lnTo>
                    <a:pt x="3580" y="4613"/>
                  </a:lnTo>
                  <a:cubicBezTo>
                    <a:pt x="4790" y="4200"/>
                    <a:pt x="5970" y="3806"/>
                    <a:pt x="7111" y="3423"/>
                  </a:cubicBezTo>
                  <a:lnTo>
                    <a:pt x="353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22"/>
            <p:cNvSpPr/>
            <p:nvPr/>
          </p:nvSpPr>
          <p:spPr>
            <a:xfrm>
              <a:off x="286600" y="234650"/>
              <a:ext cx="1318125" cy="1053325"/>
            </a:xfrm>
            <a:custGeom>
              <a:avLst/>
              <a:gdLst/>
              <a:ahLst/>
              <a:cxnLst/>
              <a:rect l="l" t="t" r="r" b="b"/>
              <a:pathLst>
                <a:path w="52725" h="42133" extrusionOk="0">
                  <a:moveTo>
                    <a:pt x="46450" y="1"/>
                  </a:moveTo>
                  <a:lnTo>
                    <a:pt x="45703" y="168"/>
                  </a:lnTo>
                  <a:lnTo>
                    <a:pt x="43627" y="2292"/>
                  </a:lnTo>
                  <a:lnTo>
                    <a:pt x="41946" y="1014"/>
                  </a:lnTo>
                  <a:lnTo>
                    <a:pt x="0" y="10514"/>
                  </a:lnTo>
                  <a:lnTo>
                    <a:pt x="6737" y="42133"/>
                  </a:lnTo>
                  <a:lnTo>
                    <a:pt x="52725" y="32298"/>
                  </a:lnTo>
                  <a:lnTo>
                    <a:pt x="4645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2"/>
            <p:cNvSpPr/>
            <p:nvPr/>
          </p:nvSpPr>
          <p:spPr>
            <a:xfrm>
              <a:off x="413450" y="645750"/>
              <a:ext cx="67650" cy="67150"/>
            </a:xfrm>
            <a:custGeom>
              <a:avLst/>
              <a:gdLst/>
              <a:ahLst/>
              <a:cxnLst/>
              <a:rect l="l" t="t" r="r" b="b"/>
              <a:pathLst>
                <a:path w="2706" h="2686" extrusionOk="0">
                  <a:moveTo>
                    <a:pt x="1313" y="234"/>
                  </a:moveTo>
                  <a:cubicBezTo>
                    <a:pt x="1819" y="234"/>
                    <a:pt x="2194" y="542"/>
                    <a:pt x="2302" y="1033"/>
                  </a:cubicBezTo>
                  <a:cubicBezTo>
                    <a:pt x="2420" y="1613"/>
                    <a:pt x="2096" y="2115"/>
                    <a:pt x="1447" y="2252"/>
                  </a:cubicBezTo>
                  <a:lnTo>
                    <a:pt x="729" y="2410"/>
                  </a:lnTo>
                  <a:lnTo>
                    <a:pt x="306" y="423"/>
                  </a:lnTo>
                  <a:lnTo>
                    <a:pt x="1024" y="266"/>
                  </a:lnTo>
                  <a:cubicBezTo>
                    <a:pt x="1124" y="245"/>
                    <a:pt x="1221" y="234"/>
                    <a:pt x="1313" y="234"/>
                  </a:cubicBezTo>
                  <a:close/>
                  <a:moveTo>
                    <a:pt x="1341" y="1"/>
                  </a:moveTo>
                  <a:cubicBezTo>
                    <a:pt x="1227" y="1"/>
                    <a:pt x="1108" y="13"/>
                    <a:pt x="984" y="40"/>
                  </a:cubicBezTo>
                  <a:lnTo>
                    <a:pt x="1" y="246"/>
                  </a:lnTo>
                  <a:lnTo>
                    <a:pt x="522" y="2685"/>
                  </a:lnTo>
                  <a:lnTo>
                    <a:pt x="1506" y="2469"/>
                  </a:lnTo>
                  <a:cubicBezTo>
                    <a:pt x="2292" y="2302"/>
                    <a:pt x="2706" y="1692"/>
                    <a:pt x="2548" y="974"/>
                  </a:cubicBezTo>
                  <a:cubicBezTo>
                    <a:pt x="2424" y="368"/>
                    <a:pt x="1957" y="1"/>
                    <a:pt x="1341"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2"/>
            <p:cNvSpPr/>
            <p:nvPr/>
          </p:nvSpPr>
          <p:spPr>
            <a:xfrm>
              <a:off x="489425" y="634425"/>
              <a:ext cx="19450" cy="62250"/>
            </a:xfrm>
            <a:custGeom>
              <a:avLst/>
              <a:gdLst/>
              <a:ahLst/>
              <a:cxnLst/>
              <a:rect l="l" t="t" r="r" b="b"/>
              <a:pathLst>
                <a:path w="778" h="2490" extrusionOk="0">
                  <a:moveTo>
                    <a:pt x="257" y="1"/>
                  </a:moveTo>
                  <a:lnTo>
                    <a:pt x="1" y="50"/>
                  </a:lnTo>
                  <a:lnTo>
                    <a:pt x="522" y="2489"/>
                  </a:lnTo>
                  <a:lnTo>
                    <a:pt x="778" y="2430"/>
                  </a:lnTo>
                  <a:lnTo>
                    <a:pt x="25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2"/>
            <p:cNvSpPr/>
            <p:nvPr/>
          </p:nvSpPr>
          <p:spPr>
            <a:xfrm>
              <a:off x="520175" y="623400"/>
              <a:ext cx="61475" cy="66625"/>
            </a:xfrm>
            <a:custGeom>
              <a:avLst/>
              <a:gdLst/>
              <a:ahLst/>
              <a:cxnLst/>
              <a:rect l="l" t="t" r="r" b="b"/>
              <a:pathLst>
                <a:path w="2459" h="2665" extrusionOk="0">
                  <a:moveTo>
                    <a:pt x="1202" y="227"/>
                  </a:moveTo>
                  <a:cubicBezTo>
                    <a:pt x="1543" y="227"/>
                    <a:pt x="1756" y="396"/>
                    <a:pt x="1820" y="707"/>
                  </a:cubicBezTo>
                  <a:lnTo>
                    <a:pt x="1820" y="717"/>
                  </a:lnTo>
                  <a:cubicBezTo>
                    <a:pt x="1908" y="1101"/>
                    <a:pt x="1702" y="1376"/>
                    <a:pt x="1210" y="1484"/>
                  </a:cubicBezTo>
                  <a:lnTo>
                    <a:pt x="561" y="1622"/>
                  </a:lnTo>
                  <a:lnTo>
                    <a:pt x="305" y="403"/>
                  </a:lnTo>
                  <a:lnTo>
                    <a:pt x="944" y="255"/>
                  </a:lnTo>
                  <a:cubicBezTo>
                    <a:pt x="1037" y="237"/>
                    <a:pt x="1123" y="227"/>
                    <a:pt x="1202" y="227"/>
                  </a:cubicBezTo>
                  <a:close/>
                  <a:moveTo>
                    <a:pt x="1235" y="0"/>
                  </a:moveTo>
                  <a:cubicBezTo>
                    <a:pt x="1132" y="0"/>
                    <a:pt x="1022" y="13"/>
                    <a:pt x="905" y="39"/>
                  </a:cubicBezTo>
                  <a:lnTo>
                    <a:pt x="0" y="226"/>
                  </a:lnTo>
                  <a:lnTo>
                    <a:pt x="522" y="2665"/>
                  </a:lnTo>
                  <a:lnTo>
                    <a:pt x="777" y="2615"/>
                  </a:lnTo>
                  <a:lnTo>
                    <a:pt x="610" y="1838"/>
                  </a:lnTo>
                  <a:lnTo>
                    <a:pt x="1269" y="1701"/>
                  </a:lnTo>
                  <a:cubicBezTo>
                    <a:pt x="1328" y="1681"/>
                    <a:pt x="1397" y="1671"/>
                    <a:pt x="1456" y="1652"/>
                  </a:cubicBezTo>
                  <a:lnTo>
                    <a:pt x="2184" y="2311"/>
                  </a:lnTo>
                  <a:lnTo>
                    <a:pt x="2459" y="2252"/>
                  </a:lnTo>
                  <a:lnTo>
                    <a:pt x="1692" y="1543"/>
                  </a:lnTo>
                  <a:cubicBezTo>
                    <a:pt x="2007" y="1376"/>
                    <a:pt x="2174" y="1012"/>
                    <a:pt x="2085" y="658"/>
                  </a:cubicBezTo>
                  <a:cubicBezTo>
                    <a:pt x="1989" y="235"/>
                    <a:pt x="1680" y="0"/>
                    <a:pt x="1235"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2"/>
            <p:cNvSpPr/>
            <p:nvPr/>
          </p:nvSpPr>
          <p:spPr>
            <a:xfrm>
              <a:off x="587300" y="605925"/>
              <a:ext cx="56075" cy="69850"/>
            </a:xfrm>
            <a:custGeom>
              <a:avLst/>
              <a:gdLst/>
              <a:ahLst/>
              <a:cxnLst/>
              <a:rect l="l" t="t" r="r" b="b"/>
              <a:pathLst>
                <a:path w="2243" h="2794" extrusionOk="0">
                  <a:moveTo>
                    <a:pt x="1672" y="0"/>
                  </a:moveTo>
                  <a:lnTo>
                    <a:pt x="0" y="354"/>
                  </a:lnTo>
                  <a:lnTo>
                    <a:pt x="521" y="2793"/>
                  </a:lnTo>
                  <a:lnTo>
                    <a:pt x="2242" y="2419"/>
                  </a:lnTo>
                  <a:lnTo>
                    <a:pt x="2193" y="2203"/>
                  </a:lnTo>
                  <a:lnTo>
                    <a:pt x="738" y="2508"/>
                  </a:lnTo>
                  <a:lnTo>
                    <a:pt x="541" y="1603"/>
                  </a:lnTo>
                  <a:lnTo>
                    <a:pt x="1800" y="1338"/>
                  </a:lnTo>
                  <a:lnTo>
                    <a:pt x="1751" y="1121"/>
                  </a:lnTo>
                  <a:lnTo>
                    <a:pt x="492" y="1387"/>
                  </a:lnTo>
                  <a:lnTo>
                    <a:pt x="305" y="521"/>
                  </a:lnTo>
                  <a:lnTo>
                    <a:pt x="1711" y="216"/>
                  </a:lnTo>
                  <a:lnTo>
                    <a:pt x="1672"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2"/>
            <p:cNvSpPr/>
            <p:nvPr/>
          </p:nvSpPr>
          <p:spPr>
            <a:xfrm>
              <a:off x="646800" y="594325"/>
              <a:ext cx="62725" cy="63825"/>
            </a:xfrm>
            <a:custGeom>
              <a:avLst/>
              <a:gdLst/>
              <a:ahLst/>
              <a:cxnLst/>
              <a:rect l="l" t="t" r="r" b="b"/>
              <a:pathLst>
                <a:path w="2509" h="2553" extrusionOk="0">
                  <a:moveTo>
                    <a:pt x="1469" y="1"/>
                  </a:moveTo>
                  <a:cubicBezTo>
                    <a:pt x="1366" y="1"/>
                    <a:pt x="1263" y="14"/>
                    <a:pt x="1161" y="41"/>
                  </a:cubicBezTo>
                  <a:cubicBezTo>
                    <a:pt x="423" y="199"/>
                    <a:pt x="0" y="838"/>
                    <a:pt x="148" y="1546"/>
                  </a:cubicBezTo>
                  <a:cubicBezTo>
                    <a:pt x="283" y="2161"/>
                    <a:pt x="779" y="2553"/>
                    <a:pt x="1383" y="2553"/>
                  </a:cubicBezTo>
                  <a:cubicBezTo>
                    <a:pt x="1483" y="2553"/>
                    <a:pt x="1587" y="2542"/>
                    <a:pt x="1692" y="2520"/>
                  </a:cubicBezTo>
                  <a:cubicBezTo>
                    <a:pt x="2026" y="2461"/>
                    <a:pt x="2331" y="2254"/>
                    <a:pt x="2508" y="1969"/>
                  </a:cubicBezTo>
                  <a:lnTo>
                    <a:pt x="2311" y="1841"/>
                  </a:lnTo>
                  <a:cubicBezTo>
                    <a:pt x="2164" y="2067"/>
                    <a:pt x="1928" y="2234"/>
                    <a:pt x="1652" y="2284"/>
                  </a:cubicBezTo>
                  <a:cubicBezTo>
                    <a:pt x="1581" y="2299"/>
                    <a:pt x="1510" y="2306"/>
                    <a:pt x="1439" y="2306"/>
                  </a:cubicBezTo>
                  <a:cubicBezTo>
                    <a:pt x="966" y="2306"/>
                    <a:pt x="536" y="1975"/>
                    <a:pt x="433" y="1487"/>
                  </a:cubicBezTo>
                  <a:cubicBezTo>
                    <a:pt x="315" y="936"/>
                    <a:pt x="669" y="385"/>
                    <a:pt x="1220" y="267"/>
                  </a:cubicBezTo>
                  <a:cubicBezTo>
                    <a:pt x="1301" y="247"/>
                    <a:pt x="1382" y="237"/>
                    <a:pt x="1463" y="237"/>
                  </a:cubicBezTo>
                  <a:cubicBezTo>
                    <a:pt x="1654" y="237"/>
                    <a:pt x="1840" y="294"/>
                    <a:pt x="2006" y="405"/>
                  </a:cubicBezTo>
                  <a:lnTo>
                    <a:pt x="2124" y="199"/>
                  </a:lnTo>
                  <a:cubicBezTo>
                    <a:pt x="1927" y="69"/>
                    <a:pt x="1700" y="1"/>
                    <a:pt x="1469"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2"/>
            <p:cNvSpPr/>
            <p:nvPr/>
          </p:nvSpPr>
          <p:spPr>
            <a:xfrm>
              <a:off x="705800" y="578875"/>
              <a:ext cx="50425" cy="66900"/>
            </a:xfrm>
            <a:custGeom>
              <a:avLst/>
              <a:gdLst/>
              <a:ahLst/>
              <a:cxnLst/>
              <a:rect l="l" t="t" r="r" b="b"/>
              <a:pathLst>
                <a:path w="2017" h="2676" extrusionOk="0">
                  <a:moveTo>
                    <a:pt x="1967" y="0"/>
                  </a:moveTo>
                  <a:lnTo>
                    <a:pt x="1" y="423"/>
                  </a:lnTo>
                  <a:lnTo>
                    <a:pt x="50" y="640"/>
                  </a:lnTo>
                  <a:lnTo>
                    <a:pt x="905" y="462"/>
                  </a:lnTo>
                  <a:lnTo>
                    <a:pt x="1368" y="2675"/>
                  </a:lnTo>
                  <a:lnTo>
                    <a:pt x="1623" y="2616"/>
                  </a:lnTo>
                  <a:lnTo>
                    <a:pt x="1151" y="403"/>
                  </a:lnTo>
                  <a:lnTo>
                    <a:pt x="2017" y="217"/>
                  </a:lnTo>
                  <a:lnTo>
                    <a:pt x="1967"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2"/>
            <p:cNvSpPr/>
            <p:nvPr/>
          </p:nvSpPr>
          <p:spPr>
            <a:xfrm>
              <a:off x="766050" y="568850"/>
              <a:ext cx="71550" cy="63575"/>
            </a:xfrm>
            <a:custGeom>
              <a:avLst/>
              <a:gdLst/>
              <a:ahLst/>
              <a:cxnLst/>
              <a:rect l="l" t="t" r="r" b="b"/>
              <a:pathLst>
                <a:path w="2862" h="2543" extrusionOk="0">
                  <a:moveTo>
                    <a:pt x="1420" y="215"/>
                  </a:moveTo>
                  <a:cubicBezTo>
                    <a:pt x="1882" y="215"/>
                    <a:pt x="2339" y="515"/>
                    <a:pt x="2449" y="1050"/>
                  </a:cubicBezTo>
                  <a:lnTo>
                    <a:pt x="2459" y="1050"/>
                  </a:lnTo>
                  <a:cubicBezTo>
                    <a:pt x="2596" y="1621"/>
                    <a:pt x="2223" y="2181"/>
                    <a:pt x="1652" y="2280"/>
                  </a:cubicBezTo>
                  <a:cubicBezTo>
                    <a:pt x="1573" y="2297"/>
                    <a:pt x="1496" y="2305"/>
                    <a:pt x="1421" y="2305"/>
                  </a:cubicBezTo>
                  <a:cubicBezTo>
                    <a:pt x="626" y="2305"/>
                    <a:pt x="84" y="1405"/>
                    <a:pt x="551" y="686"/>
                  </a:cubicBezTo>
                  <a:cubicBezTo>
                    <a:pt x="763" y="365"/>
                    <a:pt x="1093" y="215"/>
                    <a:pt x="1420" y="215"/>
                  </a:cubicBezTo>
                  <a:close/>
                  <a:moveTo>
                    <a:pt x="1494" y="0"/>
                  </a:moveTo>
                  <a:cubicBezTo>
                    <a:pt x="1389" y="0"/>
                    <a:pt x="1281" y="12"/>
                    <a:pt x="1170" y="37"/>
                  </a:cubicBezTo>
                  <a:cubicBezTo>
                    <a:pt x="433" y="195"/>
                    <a:pt x="0" y="834"/>
                    <a:pt x="157" y="1542"/>
                  </a:cubicBezTo>
                  <a:cubicBezTo>
                    <a:pt x="283" y="2153"/>
                    <a:pt x="778" y="2543"/>
                    <a:pt x="1378" y="2543"/>
                  </a:cubicBezTo>
                  <a:cubicBezTo>
                    <a:pt x="1483" y="2543"/>
                    <a:pt x="1591" y="2531"/>
                    <a:pt x="1701" y="2506"/>
                  </a:cubicBezTo>
                  <a:cubicBezTo>
                    <a:pt x="2429" y="2349"/>
                    <a:pt x="2862" y="1709"/>
                    <a:pt x="2705" y="1001"/>
                  </a:cubicBezTo>
                  <a:cubicBezTo>
                    <a:pt x="2579" y="390"/>
                    <a:pt x="2091" y="0"/>
                    <a:pt x="1494"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2"/>
            <p:cNvSpPr/>
            <p:nvPr/>
          </p:nvSpPr>
          <p:spPr>
            <a:xfrm>
              <a:off x="846200" y="553575"/>
              <a:ext cx="61475" cy="66625"/>
            </a:xfrm>
            <a:custGeom>
              <a:avLst/>
              <a:gdLst/>
              <a:ahLst/>
              <a:cxnLst/>
              <a:rect l="l" t="t" r="r" b="b"/>
              <a:pathLst>
                <a:path w="2459" h="2665" extrusionOk="0">
                  <a:moveTo>
                    <a:pt x="1201" y="227"/>
                  </a:moveTo>
                  <a:cubicBezTo>
                    <a:pt x="1543" y="227"/>
                    <a:pt x="1756" y="398"/>
                    <a:pt x="1820" y="717"/>
                  </a:cubicBezTo>
                  <a:cubicBezTo>
                    <a:pt x="1908" y="1101"/>
                    <a:pt x="1692" y="1376"/>
                    <a:pt x="1210" y="1484"/>
                  </a:cubicBezTo>
                  <a:lnTo>
                    <a:pt x="561" y="1622"/>
                  </a:lnTo>
                  <a:lnTo>
                    <a:pt x="305" y="403"/>
                  </a:lnTo>
                  <a:lnTo>
                    <a:pt x="944" y="255"/>
                  </a:lnTo>
                  <a:cubicBezTo>
                    <a:pt x="1037" y="237"/>
                    <a:pt x="1122" y="227"/>
                    <a:pt x="1201" y="227"/>
                  </a:cubicBezTo>
                  <a:close/>
                  <a:moveTo>
                    <a:pt x="1235" y="0"/>
                  </a:moveTo>
                  <a:cubicBezTo>
                    <a:pt x="1132" y="0"/>
                    <a:pt x="1022" y="13"/>
                    <a:pt x="905" y="39"/>
                  </a:cubicBezTo>
                  <a:lnTo>
                    <a:pt x="0" y="235"/>
                  </a:lnTo>
                  <a:lnTo>
                    <a:pt x="521" y="2664"/>
                  </a:lnTo>
                  <a:lnTo>
                    <a:pt x="777" y="2615"/>
                  </a:lnTo>
                  <a:lnTo>
                    <a:pt x="610" y="1838"/>
                  </a:lnTo>
                  <a:lnTo>
                    <a:pt x="1259" y="1701"/>
                  </a:lnTo>
                  <a:cubicBezTo>
                    <a:pt x="1328" y="1681"/>
                    <a:pt x="1397" y="1671"/>
                    <a:pt x="1456" y="1652"/>
                  </a:cubicBezTo>
                  <a:lnTo>
                    <a:pt x="2184" y="2310"/>
                  </a:lnTo>
                  <a:lnTo>
                    <a:pt x="2459" y="2251"/>
                  </a:lnTo>
                  <a:lnTo>
                    <a:pt x="1692" y="1543"/>
                  </a:lnTo>
                  <a:cubicBezTo>
                    <a:pt x="2006" y="1376"/>
                    <a:pt x="2174" y="1012"/>
                    <a:pt x="2085" y="658"/>
                  </a:cubicBezTo>
                  <a:cubicBezTo>
                    <a:pt x="1989" y="235"/>
                    <a:pt x="1680" y="0"/>
                    <a:pt x="1235"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2"/>
            <p:cNvSpPr/>
            <p:nvPr/>
          </p:nvSpPr>
          <p:spPr>
            <a:xfrm>
              <a:off x="525575" y="1019700"/>
              <a:ext cx="71075" cy="69375"/>
            </a:xfrm>
            <a:custGeom>
              <a:avLst/>
              <a:gdLst/>
              <a:ahLst/>
              <a:cxnLst/>
              <a:rect l="l" t="t" r="r" b="b"/>
              <a:pathLst>
                <a:path w="2843" h="2775" extrusionOk="0">
                  <a:moveTo>
                    <a:pt x="2351" y="1"/>
                  </a:moveTo>
                  <a:lnTo>
                    <a:pt x="2164" y="50"/>
                  </a:lnTo>
                  <a:lnTo>
                    <a:pt x="1545" y="1938"/>
                  </a:lnTo>
                  <a:lnTo>
                    <a:pt x="197" y="463"/>
                  </a:lnTo>
                  <a:lnTo>
                    <a:pt x="1" y="503"/>
                  </a:lnTo>
                  <a:lnTo>
                    <a:pt x="492" y="2774"/>
                  </a:lnTo>
                  <a:lnTo>
                    <a:pt x="719" y="2725"/>
                  </a:lnTo>
                  <a:lnTo>
                    <a:pt x="325" y="916"/>
                  </a:lnTo>
                  <a:lnTo>
                    <a:pt x="1545" y="2243"/>
                  </a:lnTo>
                  <a:lnTo>
                    <a:pt x="1663" y="2224"/>
                  </a:lnTo>
                  <a:lnTo>
                    <a:pt x="2223" y="503"/>
                  </a:lnTo>
                  <a:lnTo>
                    <a:pt x="2617" y="2312"/>
                  </a:lnTo>
                  <a:lnTo>
                    <a:pt x="2843" y="2263"/>
                  </a:lnTo>
                  <a:lnTo>
                    <a:pt x="2351"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2"/>
            <p:cNvSpPr/>
            <p:nvPr/>
          </p:nvSpPr>
          <p:spPr>
            <a:xfrm>
              <a:off x="604500" y="1008100"/>
              <a:ext cx="66650" cy="59375"/>
            </a:xfrm>
            <a:custGeom>
              <a:avLst/>
              <a:gdLst/>
              <a:ahLst/>
              <a:cxnLst/>
              <a:rect l="l" t="t" r="r" b="b"/>
              <a:pathLst>
                <a:path w="2666" h="2375" extrusionOk="0">
                  <a:moveTo>
                    <a:pt x="1324" y="202"/>
                  </a:moveTo>
                  <a:cubicBezTo>
                    <a:pt x="1757" y="202"/>
                    <a:pt x="2184" y="484"/>
                    <a:pt x="2282" y="986"/>
                  </a:cubicBezTo>
                  <a:cubicBezTo>
                    <a:pt x="2410" y="1507"/>
                    <a:pt x="2066" y="2039"/>
                    <a:pt x="1535" y="2127"/>
                  </a:cubicBezTo>
                  <a:cubicBezTo>
                    <a:pt x="1461" y="2143"/>
                    <a:pt x="1389" y="2151"/>
                    <a:pt x="1319" y="2151"/>
                  </a:cubicBezTo>
                  <a:cubicBezTo>
                    <a:pt x="584" y="2151"/>
                    <a:pt x="81" y="1306"/>
                    <a:pt x="512" y="642"/>
                  </a:cubicBezTo>
                  <a:cubicBezTo>
                    <a:pt x="711" y="341"/>
                    <a:pt x="1019" y="202"/>
                    <a:pt x="1324" y="202"/>
                  </a:cubicBezTo>
                  <a:close/>
                  <a:moveTo>
                    <a:pt x="1382" y="1"/>
                  </a:moveTo>
                  <a:cubicBezTo>
                    <a:pt x="1288" y="1"/>
                    <a:pt x="1191" y="11"/>
                    <a:pt x="1092" y="32"/>
                  </a:cubicBezTo>
                  <a:cubicBezTo>
                    <a:pt x="404" y="180"/>
                    <a:pt x="1" y="780"/>
                    <a:pt x="138" y="1448"/>
                  </a:cubicBezTo>
                  <a:cubicBezTo>
                    <a:pt x="265" y="2013"/>
                    <a:pt x="737" y="2375"/>
                    <a:pt x="1296" y="2375"/>
                  </a:cubicBezTo>
                  <a:cubicBezTo>
                    <a:pt x="1390" y="2375"/>
                    <a:pt x="1486" y="2365"/>
                    <a:pt x="1584" y="2343"/>
                  </a:cubicBezTo>
                  <a:cubicBezTo>
                    <a:pt x="2263" y="2196"/>
                    <a:pt x="2666" y="1596"/>
                    <a:pt x="2528" y="937"/>
                  </a:cubicBezTo>
                  <a:cubicBezTo>
                    <a:pt x="2402" y="364"/>
                    <a:pt x="1944" y="1"/>
                    <a:pt x="1382"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2"/>
            <p:cNvSpPr/>
            <p:nvPr/>
          </p:nvSpPr>
          <p:spPr>
            <a:xfrm>
              <a:off x="668425" y="989725"/>
              <a:ext cx="56075" cy="63200"/>
            </a:xfrm>
            <a:custGeom>
              <a:avLst/>
              <a:gdLst/>
              <a:ahLst/>
              <a:cxnLst/>
              <a:rect l="l" t="t" r="r" b="b"/>
              <a:pathLst>
                <a:path w="2243" h="2528" extrusionOk="0">
                  <a:moveTo>
                    <a:pt x="2243" y="0"/>
                  </a:moveTo>
                  <a:lnTo>
                    <a:pt x="2007" y="49"/>
                  </a:lnTo>
                  <a:lnTo>
                    <a:pt x="1555" y="2203"/>
                  </a:lnTo>
                  <a:lnTo>
                    <a:pt x="256" y="423"/>
                  </a:lnTo>
                  <a:lnTo>
                    <a:pt x="1" y="472"/>
                  </a:lnTo>
                  <a:lnTo>
                    <a:pt x="1496" y="2528"/>
                  </a:lnTo>
                  <a:lnTo>
                    <a:pt x="1732" y="2478"/>
                  </a:lnTo>
                  <a:lnTo>
                    <a:pt x="2243"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2"/>
            <p:cNvSpPr/>
            <p:nvPr/>
          </p:nvSpPr>
          <p:spPr>
            <a:xfrm>
              <a:off x="736775" y="985775"/>
              <a:ext cx="18475" cy="58050"/>
            </a:xfrm>
            <a:custGeom>
              <a:avLst/>
              <a:gdLst/>
              <a:ahLst/>
              <a:cxnLst/>
              <a:rect l="l" t="t" r="r" b="b"/>
              <a:pathLst>
                <a:path w="739" h="2322" extrusionOk="0">
                  <a:moveTo>
                    <a:pt x="247" y="1"/>
                  </a:moveTo>
                  <a:lnTo>
                    <a:pt x="1" y="50"/>
                  </a:lnTo>
                  <a:lnTo>
                    <a:pt x="492" y="2322"/>
                  </a:lnTo>
                  <a:lnTo>
                    <a:pt x="738" y="2263"/>
                  </a:lnTo>
                  <a:lnTo>
                    <a:pt x="24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2"/>
            <p:cNvSpPr/>
            <p:nvPr/>
          </p:nvSpPr>
          <p:spPr>
            <a:xfrm>
              <a:off x="765300" y="972500"/>
              <a:ext cx="52400" cy="65175"/>
            </a:xfrm>
            <a:custGeom>
              <a:avLst/>
              <a:gdLst/>
              <a:ahLst/>
              <a:cxnLst/>
              <a:rect l="l" t="t" r="r" b="b"/>
              <a:pathLst>
                <a:path w="2096" h="2607" extrusionOk="0">
                  <a:moveTo>
                    <a:pt x="1554" y="1"/>
                  </a:moveTo>
                  <a:lnTo>
                    <a:pt x="1" y="335"/>
                  </a:lnTo>
                  <a:lnTo>
                    <a:pt x="492" y="2607"/>
                  </a:lnTo>
                  <a:lnTo>
                    <a:pt x="2095" y="2263"/>
                  </a:lnTo>
                  <a:lnTo>
                    <a:pt x="2056" y="2056"/>
                  </a:lnTo>
                  <a:lnTo>
                    <a:pt x="679" y="2341"/>
                  </a:lnTo>
                  <a:lnTo>
                    <a:pt x="502" y="1496"/>
                  </a:lnTo>
                  <a:lnTo>
                    <a:pt x="1672" y="1250"/>
                  </a:lnTo>
                  <a:lnTo>
                    <a:pt x="1633" y="1043"/>
                  </a:lnTo>
                  <a:lnTo>
                    <a:pt x="453" y="1299"/>
                  </a:lnTo>
                  <a:lnTo>
                    <a:pt x="286" y="492"/>
                  </a:lnTo>
                  <a:lnTo>
                    <a:pt x="1604" y="207"/>
                  </a:lnTo>
                  <a:lnTo>
                    <a:pt x="1554"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2"/>
            <p:cNvSpPr/>
            <p:nvPr/>
          </p:nvSpPr>
          <p:spPr>
            <a:xfrm>
              <a:off x="1121825" y="278425"/>
              <a:ext cx="122700" cy="140400"/>
            </a:xfrm>
            <a:custGeom>
              <a:avLst/>
              <a:gdLst/>
              <a:ahLst/>
              <a:cxnLst/>
              <a:rect l="l" t="t" r="r" b="b"/>
              <a:pathLst>
                <a:path w="4908" h="5616" extrusionOk="0">
                  <a:moveTo>
                    <a:pt x="4908" y="0"/>
                  </a:moveTo>
                  <a:lnTo>
                    <a:pt x="1269" y="826"/>
                  </a:lnTo>
                  <a:lnTo>
                    <a:pt x="0" y="5616"/>
                  </a:lnTo>
                  <a:lnTo>
                    <a:pt x="0" y="5616"/>
                  </a:lnTo>
                  <a:lnTo>
                    <a:pt x="3777" y="4829"/>
                  </a:lnTo>
                  <a:lnTo>
                    <a:pt x="490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2"/>
            <p:cNvSpPr/>
            <p:nvPr/>
          </p:nvSpPr>
          <p:spPr>
            <a:xfrm>
              <a:off x="1306450" y="238825"/>
              <a:ext cx="122725" cy="140175"/>
            </a:xfrm>
            <a:custGeom>
              <a:avLst/>
              <a:gdLst/>
              <a:ahLst/>
              <a:cxnLst/>
              <a:rect l="l" t="t" r="r" b="b"/>
              <a:pathLst>
                <a:path w="4909" h="5607" extrusionOk="0">
                  <a:moveTo>
                    <a:pt x="4909" y="1"/>
                  </a:moveTo>
                  <a:lnTo>
                    <a:pt x="1270" y="817"/>
                  </a:lnTo>
                  <a:lnTo>
                    <a:pt x="1" y="5607"/>
                  </a:lnTo>
                  <a:lnTo>
                    <a:pt x="3650" y="4721"/>
                  </a:lnTo>
                  <a:lnTo>
                    <a:pt x="490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2"/>
            <p:cNvSpPr/>
            <p:nvPr/>
          </p:nvSpPr>
          <p:spPr>
            <a:xfrm>
              <a:off x="917000" y="324875"/>
              <a:ext cx="122725" cy="140175"/>
            </a:xfrm>
            <a:custGeom>
              <a:avLst/>
              <a:gdLst/>
              <a:ahLst/>
              <a:cxnLst/>
              <a:rect l="l" t="t" r="r" b="b"/>
              <a:pathLst>
                <a:path w="4909" h="5607" extrusionOk="0">
                  <a:moveTo>
                    <a:pt x="4908" y="1"/>
                  </a:moveTo>
                  <a:lnTo>
                    <a:pt x="1269" y="817"/>
                  </a:lnTo>
                  <a:lnTo>
                    <a:pt x="1" y="5607"/>
                  </a:lnTo>
                  <a:cubicBezTo>
                    <a:pt x="1250" y="5322"/>
                    <a:pt x="2469" y="5046"/>
                    <a:pt x="3639" y="4781"/>
                  </a:cubicBezTo>
                  <a:lnTo>
                    <a:pt x="490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2"/>
            <p:cNvSpPr/>
            <p:nvPr/>
          </p:nvSpPr>
          <p:spPr>
            <a:xfrm>
              <a:off x="712200" y="371100"/>
              <a:ext cx="122450" cy="140175"/>
            </a:xfrm>
            <a:custGeom>
              <a:avLst/>
              <a:gdLst/>
              <a:ahLst/>
              <a:cxnLst/>
              <a:rect l="l" t="t" r="r" b="b"/>
              <a:pathLst>
                <a:path w="4898" h="5607" extrusionOk="0">
                  <a:moveTo>
                    <a:pt x="4898" y="1"/>
                  </a:moveTo>
                  <a:lnTo>
                    <a:pt x="1259" y="827"/>
                  </a:lnTo>
                  <a:lnTo>
                    <a:pt x="0" y="5607"/>
                  </a:lnTo>
                  <a:cubicBezTo>
                    <a:pt x="1210" y="5331"/>
                    <a:pt x="2420" y="5066"/>
                    <a:pt x="3629" y="4790"/>
                  </a:cubicBezTo>
                  <a:lnTo>
                    <a:pt x="489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2"/>
            <p:cNvSpPr/>
            <p:nvPr/>
          </p:nvSpPr>
          <p:spPr>
            <a:xfrm>
              <a:off x="506150" y="417825"/>
              <a:ext cx="122725" cy="140175"/>
            </a:xfrm>
            <a:custGeom>
              <a:avLst/>
              <a:gdLst/>
              <a:ahLst/>
              <a:cxnLst/>
              <a:rect l="l" t="t" r="r" b="b"/>
              <a:pathLst>
                <a:path w="4909" h="5607" extrusionOk="0">
                  <a:moveTo>
                    <a:pt x="4908" y="1"/>
                  </a:moveTo>
                  <a:lnTo>
                    <a:pt x="1269" y="817"/>
                  </a:lnTo>
                  <a:lnTo>
                    <a:pt x="1" y="5606"/>
                  </a:lnTo>
                  <a:cubicBezTo>
                    <a:pt x="1181" y="5341"/>
                    <a:pt x="2391" y="5065"/>
                    <a:pt x="3640" y="4780"/>
                  </a:cubicBezTo>
                  <a:lnTo>
                    <a:pt x="490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2"/>
            <p:cNvSpPr/>
            <p:nvPr/>
          </p:nvSpPr>
          <p:spPr>
            <a:xfrm>
              <a:off x="311675" y="461825"/>
              <a:ext cx="122475" cy="139925"/>
            </a:xfrm>
            <a:custGeom>
              <a:avLst/>
              <a:gdLst/>
              <a:ahLst/>
              <a:cxnLst/>
              <a:rect l="l" t="t" r="r" b="b"/>
              <a:pathLst>
                <a:path w="4899" h="5597" extrusionOk="0">
                  <a:moveTo>
                    <a:pt x="4898" y="1"/>
                  </a:moveTo>
                  <a:lnTo>
                    <a:pt x="1269" y="817"/>
                  </a:lnTo>
                  <a:lnTo>
                    <a:pt x="0" y="5597"/>
                  </a:lnTo>
                  <a:cubicBezTo>
                    <a:pt x="1053" y="5361"/>
                    <a:pt x="2282" y="5085"/>
                    <a:pt x="3639" y="4781"/>
                  </a:cubicBezTo>
                  <a:lnTo>
                    <a:pt x="489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2"/>
            <p:cNvSpPr/>
            <p:nvPr/>
          </p:nvSpPr>
          <p:spPr>
            <a:xfrm>
              <a:off x="307725" y="342050"/>
              <a:ext cx="1160800" cy="262650"/>
            </a:xfrm>
            <a:custGeom>
              <a:avLst/>
              <a:gdLst/>
              <a:ahLst/>
              <a:cxnLst/>
              <a:rect l="l" t="t" r="r" b="b"/>
              <a:pathLst>
                <a:path w="46432" h="10506" extrusionOk="0">
                  <a:moveTo>
                    <a:pt x="46302" y="1"/>
                  </a:moveTo>
                  <a:cubicBezTo>
                    <a:pt x="46296" y="1"/>
                    <a:pt x="46290" y="1"/>
                    <a:pt x="46284" y="2"/>
                  </a:cubicBezTo>
                  <a:lnTo>
                    <a:pt x="129" y="10280"/>
                  </a:lnTo>
                  <a:cubicBezTo>
                    <a:pt x="1" y="10309"/>
                    <a:pt x="21" y="10506"/>
                    <a:pt x="158" y="10506"/>
                  </a:cubicBezTo>
                  <a:lnTo>
                    <a:pt x="178" y="10496"/>
                  </a:lnTo>
                  <a:lnTo>
                    <a:pt x="46333" y="219"/>
                  </a:lnTo>
                  <a:cubicBezTo>
                    <a:pt x="46392" y="209"/>
                    <a:pt x="46431" y="150"/>
                    <a:pt x="46411" y="91"/>
                  </a:cubicBezTo>
                  <a:cubicBezTo>
                    <a:pt x="46403" y="38"/>
                    <a:pt x="46354" y="1"/>
                    <a:pt x="463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2"/>
            <p:cNvSpPr/>
            <p:nvPr/>
          </p:nvSpPr>
          <p:spPr>
            <a:xfrm>
              <a:off x="414775" y="555250"/>
              <a:ext cx="1012100" cy="219375"/>
            </a:xfrm>
            <a:custGeom>
              <a:avLst/>
              <a:gdLst/>
              <a:ahLst/>
              <a:cxnLst/>
              <a:rect l="l" t="t" r="r" b="b"/>
              <a:pathLst>
                <a:path w="40484" h="8775" extrusionOk="0">
                  <a:moveTo>
                    <a:pt x="40320" y="1"/>
                  </a:moveTo>
                  <a:cubicBezTo>
                    <a:pt x="40317" y="1"/>
                    <a:pt x="40313" y="1"/>
                    <a:pt x="40310" y="1"/>
                  </a:cubicBezTo>
                  <a:lnTo>
                    <a:pt x="145" y="8548"/>
                  </a:lnTo>
                  <a:cubicBezTo>
                    <a:pt x="0" y="8567"/>
                    <a:pt x="16" y="8774"/>
                    <a:pt x="155" y="8774"/>
                  </a:cubicBezTo>
                  <a:cubicBezTo>
                    <a:pt x="158" y="8774"/>
                    <a:pt x="161" y="8774"/>
                    <a:pt x="164" y="8774"/>
                  </a:cubicBezTo>
                  <a:cubicBezTo>
                    <a:pt x="174" y="8774"/>
                    <a:pt x="184" y="8764"/>
                    <a:pt x="194" y="8764"/>
                  </a:cubicBezTo>
                  <a:lnTo>
                    <a:pt x="40359" y="217"/>
                  </a:lnTo>
                  <a:cubicBezTo>
                    <a:pt x="40484" y="179"/>
                    <a:pt x="40450" y="1"/>
                    <a:pt x="403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2"/>
            <p:cNvSpPr/>
            <p:nvPr/>
          </p:nvSpPr>
          <p:spPr>
            <a:xfrm>
              <a:off x="468775" y="787750"/>
              <a:ext cx="1011475" cy="219450"/>
            </a:xfrm>
            <a:custGeom>
              <a:avLst/>
              <a:gdLst/>
              <a:ahLst/>
              <a:cxnLst/>
              <a:rect l="l" t="t" r="r" b="b"/>
              <a:pathLst>
                <a:path w="40459" h="8778" extrusionOk="0">
                  <a:moveTo>
                    <a:pt x="40306" y="0"/>
                  </a:moveTo>
                  <a:cubicBezTo>
                    <a:pt x="40296" y="0"/>
                    <a:pt x="40286" y="2"/>
                    <a:pt x="40274" y="5"/>
                  </a:cubicBezTo>
                  <a:lnTo>
                    <a:pt x="99" y="8551"/>
                  </a:lnTo>
                  <a:cubicBezTo>
                    <a:pt x="40" y="8571"/>
                    <a:pt x="1" y="8630"/>
                    <a:pt x="20" y="8689"/>
                  </a:cubicBezTo>
                  <a:cubicBezTo>
                    <a:pt x="30" y="8738"/>
                    <a:pt x="70" y="8777"/>
                    <a:pt x="129" y="8777"/>
                  </a:cubicBezTo>
                  <a:lnTo>
                    <a:pt x="148" y="8768"/>
                  </a:lnTo>
                  <a:lnTo>
                    <a:pt x="40314" y="221"/>
                  </a:lnTo>
                  <a:cubicBezTo>
                    <a:pt x="40459" y="203"/>
                    <a:pt x="40428" y="0"/>
                    <a:pt x="403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2"/>
            <p:cNvSpPr/>
            <p:nvPr/>
          </p:nvSpPr>
          <p:spPr>
            <a:xfrm>
              <a:off x="644825" y="719875"/>
              <a:ext cx="54600" cy="234225"/>
            </a:xfrm>
            <a:custGeom>
              <a:avLst/>
              <a:gdLst/>
              <a:ahLst/>
              <a:cxnLst/>
              <a:rect l="l" t="t" r="r" b="b"/>
              <a:pathLst>
                <a:path w="2184" h="9369" extrusionOk="0">
                  <a:moveTo>
                    <a:pt x="130" y="0"/>
                  </a:moveTo>
                  <a:cubicBezTo>
                    <a:pt x="120" y="0"/>
                    <a:pt x="109" y="2"/>
                    <a:pt x="99" y="5"/>
                  </a:cubicBezTo>
                  <a:cubicBezTo>
                    <a:pt x="40" y="15"/>
                    <a:pt x="1" y="74"/>
                    <a:pt x="10" y="133"/>
                  </a:cubicBezTo>
                  <a:lnTo>
                    <a:pt x="1948" y="9280"/>
                  </a:lnTo>
                  <a:cubicBezTo>
                    <a:pt x="1967" y="9329"/>
                    <a:pt x="2007" y="9368"/>
                    <a:pt x="2066" y="9368"/>
                  </a:cubicBezTo>
                  <a:lnTo>
                    <a:pt x="2085" y="9368"/>
                  </a:lnTo>
                  <a:cubicBezTo>
                    <a:pt x="2144" y="9358"/>
                    <a:pt x="2184" y="9299"/>
                    <a:pt x="2174" y="9240"/>
                  </a:cubicBezTo>
                  <a:lnTo>
                    <a:pt x="227" y="84"/>
                  </a:lnTo>
                  <a:cubicBezTo>
                    <a:pt x="219" y="36"/>
                    <a:pt x="177" y="0"/>
                    <a:pt x="1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2"/>
            <p:cNvSpPr/>
            <p:nvPr/>
          </p:nvSpPr>
          <p:spPr>
            <a:xfrm>
              <a:off x="1170500" y="611925"/>
              <a:ext cx="55350" cy="236450"/>
            </a:xfrm>
            <a:custGeom>
              <a:avLst/>
              <a:gdLst/>
              <a:ahLst/>
              <a:cxnLst/>
              <a:rect l="l" t="t" r="r" b="b"/>
              <a:pathLst>
                <a:path w="2214" h="9458" extrusionOk="0">
                  <a:moveTo>
                    <a:pt x="129" y="1"/>
                  </a:moveTo>
                  <a:cubicBezTo>
                    <a:pt x="119" y="1"/>
                    <a:pt x="109" y="3"/>
                    <a:pt x="99" y="6"/>
                  </a:cubicBezTo>
                  <a:cubicBezTo>
                    <a:pt x="40" y="16"/>
                    <a:pt x="0" y="75"/>
                    <a:pt x="10" y="134"/>
                  </a:cubicBezTo>
                  <a:lnTo>
                    <a:pt x="1977" y="9369"/>
                  </a:lnTo>
                  <a:cubicBezTo>
                    <a:pt x="1987" y="9418"/>
                    <a:pt x="2036" y="9447"/>
                    <a:pt x="2085" y="9457"/>
                  </a:cubicBezTo>
                  <a:lnTo>
                    <a:pt x="2115" y="9447"/>
                  </a:lnTo>
                  <a:cubicBezTo>
                    <a:pt x="2174" y="9437"/>
                    <a:pt x="2213" y="9378"/>
                    <a:pt x="2193" y="9319"/>
                  </a:cubicBezTo>
                  <a:lnTo>
                    <a:pt x="226" y="94"/>
                  </a:lnTo>
                  <a:cubicBezTo>
                    <a:pt x="218" y="38"/>
                    <a:pt x="177" y="1"/>
                    <a:pt x="1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2"/>
            <p:cNvSpPr/>
            <p:nvPr/>
          </p:nvSpPr>
          <p:spPr>
            <a:xfrm>
              <a:off x="514275" y="969425"/>
              <a:ext cx="989650" cy="215525"/>
            </a:xfrm>
            <a:custGeom>
              <a:avLst/>
              <a:gdLst/>
              <a:ahLst/>
              <a:cxnLst/>
              <a:rect l="l" t="t" r="r" b="b"/>
              <a:pathLst>
                <a:path w="39586" h="8621" extrusionOk="0">
                  <a:moveTo>
                    <a:pt x="39469" y="1"/>
                  </a:moveTo>
                  <a:cubicBezTo>
                    <a:pt x="39459" y="1"/>
                    <a:pt x="39448" y="2"/>
                    <a:pt x="39438" y="6"/>
                  </a:cubicBezTo>
                  <a:lnTo>
                    <a:pt x="99" y="8395"/>
                  </a:lnTo>
                  <a:cubicBezTo>
                    <a:pt x="40" y="8414"/>
                    <a:pt x="0" y="8473"/>
                    <a:pt x="10" y="8532"/>
                  </a:cubicBezTo>
                  <a:cubicBezTo>
                    <a:pt x="20" y="8582"/>
                    <a:pt x="69" y="8621"/>
                    <a:pt x="118" y="8621"/>
                  </a:cubicBezTo>
                  <a:lnTo>
                    <a:pt x="148" y="8611"/>
                  </a:lnTo>
                  <a:lnTo>
                    <a:pt x="39487" y="222"/>
                  </a:lnTo>
                  <a:cubicBezTo>
                    <a:pt x="39546" y="202"/>
                    <a:pt x="39585" y="143"/>
                    <a:pt x="39566" y="84"/>
                  </a:cubicBezTo>
                  <a:cubicBezTo>
                    <a:pt x="39558" y="36"/>
                    <a:pt x="39516" y="1"/>
                    <a:pt x="394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2"/>
            <p:cNvSpPr/>
            <p:nvPr/>
          </p:nvSpPr>
          <p:spPr>
            <a:xfrm>
              <a:off x="439275" y="809950"/>
              <a:ext cx="48950" cy="52425"/>
            </a:xfrm>
            <a:custGeom>
              <a:avLst/>
              <a:gdLst/>
              <a:ahLst/>
              <a:cxnLst/>
              <a:rect l="l" t="t" r="r" b="b"/>
              <a:pathLst>
                <a:path w="1958" h="2097" extrusionOk="0">
                  <a:moveTo>
                    <a:pt x="969" y="181"/>
                  </a:moveTo>
                  <a:cubicBezTo>
                    <a:pt x="1223" y="181"/>
                    <a:pt x="1382" y="311"/>
                    <a:pt x="1436" y="553"/>
                  </a:cubicBezTo>
                  <a:cubicBezTo>
                    <a:pt x="1505" y="858"/>
                    <a:pt x="1348" y="1084"/>
                    <a:pt x="964" y="1162"/>
                  </a:cubicBezTo>
                  <a:lnTo>
                    <a:pt x="463" y="1280"/>
                  </a:lnTo>
                  <a:lnTo>
                    <a:pt x="246" y="326"/>
                  </a:lnTo>
                  <a:lnTo>
                    <a:pt x="748" y="208"/>
                  </a:lnTo>
                  <a:cubicBezTo>
                    <a:pt x="828" y="190"/>
                    <a:pt x="902" y="181"/>
                    <a:pt x="969" y="181"/>
                  </a:cubicBezTo>
                  <a:close/>
                  <a:moveTo>
                    <a:pt x="976" y="0"/>
                  </a:moveTo>
                  <a:cubicBezTo>
                    <a:pt x="893" y="0"/>
                    <a:pt x="804" y="11"/>
                    <a:pt x="709" y="31"/>
                  </a:cubicBezTo>
                  <a:lnTo>
                    <a:pt x="1" y="199"/>
                  </a:lnTo>
                  <a:lnTo>
                    <a:pt x="433" y="2097"/>
                  </a:lnTo>
                  <a:lnTo>
                    <a:pt x="640" y="2048"/>
                  </a:lnTo>
                  <a:lnTo>
                    <a:pt x="502" y="1448"/>
                  </a:lnTo>
                  <a:lnTo>
                    <a:pt x="1014" y="1330"/>
                  </a:lnTo>
                  <a:cubicBezTo>
                    <a:pt x="1063" y="1320"/>
                    <a:pt x="1112" y="1310"/>
                    <a:pt x="1161" y="1290"/>
                  </a:cubicBezTo>
                  <a:lnTo>
                    <a:pt x="1732" y="1802"/>
                  </a:lnTo>
                  <a:lnTo>
                    <a:pt x="1958" y="1753"/>
                  </a:lnTo>
                  <a:lnTo>
                    <a:pt x="1338" y="1202"/>
                  </a:lnTo>
                  <a:cubicBezTo>
                    <a:pt x="1594" y="1074"/>
                    <a:pt x="1712" y="779"/>
                    <a:pt x="1643" y="513"/>
                  </a:cubicBezTo>
                  <a:cubicBezTo>
                    <a:pt x="1564" y="180"/>
                    <a:pt x="1324" y="0"/>
                    <a:pt x="976"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2"/>
            <p:cNvSpPr/>
            <p:nvPr/>
          </p:nvSpPr>
          <p:spPr>
            <a:xfrm>
              <a:off x="489975" y="794975"/>
              <a:ext cx="62425" cy="51550"/>
            </a:xfrm>
            <a:custGeom>
              <a:avLst/>
              <a:gdLst/>
              <a:ahLst/>
              <a:cxnLst/>
              <a:rect l="l" t="t" r="r" b="b"/>
              <a:pathLst>
                <a:path w="2497" h="2062" extrusionOk="0">
                  <a:moveTo>
                    <a:pt x="1179" y="229"/>
                  </a:moveTo>
                  <a:cubicBezTo>
                    <a:pt x="1538" y="229"/>
                    <a:pt x="1894" y="460"/>
                    <a:pt x="1985" y="876"/>
                  </a:cubicBezTo>
                  <a:cubicBezTo>
                    <a:pt x="2093" y="1319"/>
                    <a:pt x="1808" y="1761"/>
                    <a:pt x="1366" y="1850"/>
                  </a:cubicBezTo>
                  <a:cubicBezTo>
                    <a:pt x="1300" y="1865"/>
                    <a:pt x="1236" y="1873"/>
                    <a:pt x="1173" y="1873"/>
                  </a:cubicBezTo>
                  <a:cubicBezTo>
                    <a:pt x="562" y="1873"/>
                    <a:pt x="133" y="1173"/>
                    <a:pt x="490" y="611"/>
                  </a:cubicBezTo>
                  <a:cubicBezTo>
                    <a:pt x="656" y="350"/>
                    <a:pt x="918" y="229"/>
                    <a:pt x="1179" y="229"/>
                  </a:cubicBezTo>
                  <a:close/>
                  <a:moveTo>
                    <a:pt x="1185" y="0"/>
                  </a:moveTo>
                  <a:cubicBezTo>
                    <a:pt x="557" y="0"/>
                    <a:pt x="1" y="596"/>
                    <a:pt x="185" y="1289"/>
                  </a:cubicBezTo>
                  <a:cubicBezTo>
                    <a:pt x="285" y="1752"/>
                    <a:pt x="696" y="2062"/>
                    <a:pt x="1146" y="2062"/>
                  </a:cubicBezTo>
                  <a:cubicBezTo>
                    <a:pt x="1231" y="2062"/>
                    <a:pt x="1318" y="2051"/>
                    <a:pt x="1405" y="2027"/>
                  </a:cubicBezTo>
                  <a:cubicBezTo>
                    <a:pt x="2300" y="1820"/>
                    <a:pt x="2497" y="630"/>
                    <a:pt x="1710" y="149"/>
                  </a:cubicBezTo>
                  <a:cubicBezTo>
                    <a:pt x="1539" y="46"/>
                    <a:pt x="1359" y="0"/>
                    <a:pt x="1185"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2"/>
            <p:cNvSpPr/>
            <p:nvPr/>
          </p:nvSpPr>
          <p:spPr>
            <a:xfrm>
              <a:off x="555325" y="787125"/>
              <a:ext cx="42575" cy="48450"/>
            </a:xfrm>
            <a:custGeom>
              <a:avLst/>
              <a:gdLst/>
              <a:ahLst/>
              <a:cxnLst/>
              <a:rect l="l" t="t" r="r" b="b"/>
              <a:pathLst>
                <a:path w="1703" h="1938" extrusionOk="0">
                  <a:moveTo>
                    <a:pt x="207" y="0"/>
                  </a:moveTo>
                  <a:lnTo>
                    <a:pt x="1" y="49"/>
                  </a:lnTo>
                  <a:lnTo>
                    <a:pt x="433" y="1938"/>
                  </a:lnTo>
                  <a:lnTo>
                    <a:pt x="1702" y="1653"/>
                  </a:lnTo>
                  <a:lnTo>
                    <a:pt x="1663" y="1475"/>
                  </a:lnTo>
                  <a:lnTo>
                    <a:pt x="601" y="1721"/>
                  </a:lnTo>
                  <a:lnTo>
                    <a:pt x="207"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2"/>
            <p:cNvSpPr/>
            <p:nvPr/>
          </p:nvSpPr>
          <p:spPr>
            <a:xfrm>
              <a:off x="600325" y="776800"/>
              <a:ext cx="42550" cy="48450"/>
            </a:xfrm>
            <a:custGeom>
              <a:avLst/>
              <a:gdLst/>
              <a:ahLst/>
              <a:cxnLst/>
              <a:rect l="l" t="t" r="r" b="b"/>
              <a:pathLst>
                <a:path w="1702" h="1938" extrusionOk="0">
                  <a:moveTo>
                    <a:pt x="207" y="0"/>
                  </a:moveTo>
                  <a:lnTo>
                    <a:pt x="0" y="49"/>
                  </a:lnTo>
                  <a:lnTo>
                    <a:pt x="433" y="1938"/>
                  </a:lnTo>
                  <a:lnTo>
                    <a:pt x="1702" y="1652"/>
                  </a:lnTo>
                  <a:lnTo>
                    <a:pt x="1662" y="1475"/>
                  </a:lnTo>
                  <a:lnTo>
                    <a:pt x="600" y="1721"/>
                  </a:lnTo>
                  <a:lnTo>
                    <a:pt x="207"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2"/>
            <p:cNvSpPr/>
            <p:nvPr/>
          </p:nvSpPr>
          <p:spPr>
            <a:xfrm>
              <a:off x="694000" y="749725"/>
              <a:ext cx="42550" cy="50325"/>
            </a:xfrm>
            <a:custGeom>
              <a:avLst/>
              <a:gdLst/>
              <a:ahLst/>
              <a:cxnLst/>
              <a:rect l="l" t="t" r="r" b="b"/>
              <a:pathLst>
                <a:path w="1702" h="2013" extrusionOk="0">
                  <a:moveTo>
                    <a:pt x="903" y="1"/>
                  </a:moveTo>
                  <a:cubicBezTo>
                    <a:pt x="818" y="1"/>
                    <a:pt x="733" y="11"/>
                    <a:pt x="650" y="31"/>
                  </a:cubicBezTo>
                  <a:cubicBezTo>
                    <a:pt x="168" y="139"/>
                    <a:pt x="0" y="434"/>
                    <a:pt x="69" y="710"/>
                  </a:cubicBezTo>
                  <a:cubicBezTo>
                    <a:pt x="227" y="1418"/>
                    <a:pt x="1318" y="828"/>
                    <a:pt x="1446" y="1349"/>
                  </a:cubicBezTo>
                  <a:cubicBezTo>
                    <a:pt x="1486" y="1536"/>
                    <a:pt x="1367" y="1722"/>
                    <a:pt x="1013" y="1801"/>
                  </a:cubicBezTo>
                  <a:cubicBezTo>
                    <a:pt x="935" y="1821"/>
                    <a:pt x="856" y="1831"/>
                    <a:pt x="779" y="1831"/>
                  </a:cubicBezTo>
                  <a:cubicBezTo>
                    <a:pt x="623" y="1831"/>
                    <a:pt x="473" y="1791"/>
                    <a:pt x="335" y="1713"/>
                  </a:cubicBezTo>
                  <a:lnTo>
                    <a:pt x="286" y="1890"/>
                  </a:lnTo>
                  <a:cubicBezTo>
                    <a:pt x="443" y="1968"/>
                    <a:pt x="618" y="2012"/>
                    <a:pt x="793" y="2012"/>
                  </a:cubicBezTo>
                  <a:cubicBezTo>
                    <a:pt x="880" y="2012"/>
                    <a:pt x="968" y="2001"/>
                    <a:pt x="1053" y="1978"/>
                  </a:cubicBezTo>
                  <a:cubicBezTo>
                    <a:pt x="1535" y="1860"/>
                    <a:pt x="1702" y="1575"/>
                    <a:pt x="1643" y="1290"/>
                  </a:cubicBezTo>
                  <a:cubicBezTo>
                    <a:pt x="1486" y="601"/>
                    <a:pt x="384" y="1182"/>
                    <a:pt x="266" y="660"/>
                  </a:cubicBezTo>
                  <a:cubicBezTo>
                    <a:pt x="227" y="473"/>
                    <a:pt x="345" y="287"/>
                    <a:pt x="689" y="208"/>
                  </a:cubicBezTo>
                  <a:cubicBezTo>
                    <a:pt x="764" y="192"/>
                    <a:pt x="838" y="184"/>
                    <a:pt x="913" y="184"/>
                  </a:cubicBezTo>
                  <a:cubicBezTo>
                    <a:pt x="1024" y="184"/>
                    <a:pt x="1133" y="202"/>
                    <a:pt x="1240" y="237"/>
                  </a:cubicBezTo>
                  <a:lnTo>
                    <a:pt x="1279" y="70"/>
                  </a:lnTo>
                  <a:cubicBezTo>
                    <a:pt x="1156" y="23"/>
                    <a:pt x="1029" y="1"/>
                    <a:pt x="903"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2"/>
            <p:cNvSpPr/>
            <p:nvPr/>
          </p:nvSpPr>
          <p:spPr>
            <a:xfrm>
              <a:off x="740950" y="737425"/>
              <a:ext cx="49450" cy="50075"/>
            </a:xfrm>
            <a:custGeom>
              <a:avLst/>
              <a:gdLst/>
              <a:ahLst/>
              <a:cxnLst/>
              <a:rect l="l" t="t" r="r" b="b"/>
              <a:pathLst>
                <a:path w="1978" h="2003" extrusionOk="0">
                  <a:moveTo>
                    <a:pt x="1139" y="1"/>
                  </a:moveTo>
                  <a:cubicBezTo>
                    <a:pt x="1060" y="1"/>
                    <a:pt x="982" y="11"/>
                    <a:pt x="906" y="31"/>
                  </a:cubicBezTo>
                  <a:cubicBezTo>
                    <a:pt x="355" y="139"/>
                    <a:pt x="1" y="680"/>
                    <a:pt x="129" y="1231"/>
                  </a:cubicBezTo>
                  <a:cubicBezTo>
                    <a:pt x="228" y="1687"/>
                    <a:pt x="635" y="2003"/>
                    <a:pt x="1090" y="2003"/>
                  </a:cubicBezTo>
                  <a:cubicBezTo>
                    <a:pt x="1175" y="2003"/>
                    <a:pt x="1262" y="1992"/>
                    <a:pt x="1348" y="1969"/>
                  </a:cubicBezTo>
                  <a:cubicBezTo>
                    <a:pt x="1604" y="1919"/>
                    <a:pt x="1840" y="1762"/>
                    <a:pt x="1978" y="1536"/>
                  </a:cubicBezTo>
                  <a:lnTo>
                    <a:pt x="1820" y="1438"/>
                  </a:lnTo>
                  <a:cubicBezTo>
                    <a:pt x="1712" y="1615"/>
                    <a:pt x="1525" y="1752"/>
                    <a:pt x="1309" y="1792"/>
                  </a:cubicBezTo>
                  <a:cubicBezTo>
                    <a:pt x="1239" y="1810"/>
                    <a:pt x="1170" y="1819"/>
                    <a:pt x="1101" y="1819"/>
                  </a:cubicBezTo>
                  <a:cubicBezTo>
                    <a:pt x="733" y="1819"/>
                    <a:pt x="399" y="1565"/>
                    <a:pt x="316" y="1192"/>
                  </a:cubicBezTo>
                  <a:cubicBezTo>
                    <a:pt x="207" y="739"/>
                    <a:pt x="502" y="297"/>
                    <a:pt x="955" y="218"/>
                  </a:cubicBezTo>
                  <a:cubicBezTo>
                    <a:pt x="1019" y="200"/>
                    <a:pt x="1084" y="191"/>
                    <a:pt x="1148" y="191"/>
                  </a:cubicBezTo>
                  <a:cubicBezTo>
                    <a:pt x="1293" y="191"/>
                    <a:pt x="1436" y="235"/>
                    <a:pt x="1565" y="316"/>
                  </a:cubicBezTo>
                  <a:lnTo>
                    <a:pt x="1663" y="159"/>
                  </a:lnTo>
                  <a:cubicBezTo>
                    <a:pt x="1504" y="56"/>
                    <a:pt x="1322" y="1"/>
                    <a:pt x="1139" y="1"/>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2"/>
            <p:cNvSpPr/>
            <p:nvPr/>
          </p:nvSpPr>
          <p:spPr>
            <a:xfrm>
              <a:off x="796775" y="723675"/>
              <a:ext cx="44525" cy="54875"/>
            </a:xfrm>
            <a:custGeom>
              <a:avLst/>
              <a:gdLst/>
              <a:ahLst/>
              <a:cxnLst/>
              <a:rect l="l" t="t" r="r" b="b"/>
              <a:pathLst>
                <a:path w="1781" h="2195" extrusionOk="0">
                  <a:moveTo>
                    <a:pt x="1299" y="1"/>
                  </a:moveTo>
                  <a:lnTo>
                    <a:pt x="0" y="296"/>
                  </a:lnTo>
                  <a:lnTo>
                    <a:pt x="433" y="2194"/>
                  </a:lnTo>
                  <a:lnTo>
                    <a:pt x="1781" y="1889"/>
                  </a:lnTo>
                  <a:lnTo>
                    <a:pt x="1741" y="1712"/>
                  </a:lnTo>
                  <a:lnTo>
                    <a:pt x="590" y="1978"/>
                  </a:lnTo>
                  <a:lnTo>
                    <a:pt x="433" y="1270"/>
                  </a:lnTo>
                  <a:lnTo>
                    <a:pt x="1417" y="1043"/>
                  </a:lnTo>
                  <a:lnTo>
                    <a:pt x="1377" y="876"/>
                  </a:lnTo>
                  <a:lnTo>
                    <a:pt x="394" y="1102"/>
                  </a:lnTo>
                  <a:lnTo>
                    <a:pt x="236" y="424"/>
                  </a:lnTo>
                  <a:lnTo>
                    <a:pt x="1338" y="168"/>
                  </a:lnTo>
                  <a:lnTo>
                    <a:pt x="1299"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2"/>
            <p:cNvSpPr/>
            <p:nvPr/>
          </p:nvSpPr>
          <p:spPr>
            <a:xfrm>
              <a:off x="847175" y="710400"/>
              <a:ext cx="50675" cy="56575"/>
            </a:xfrm>
            <a:custGeom>
              <a:avLst/>
              <a:gdLst/>
              <a:ahLst/>
              <a:cxnLst/>
              <a:rect l="l" t="t" r="r" b="b"/>
              <a:pathLst>
                <a:path w="2027" h="2263" extrusionOk="0">
                  <a:moveTo>
                    <a:pt x="1594" y="1"/>
                  </a:moveTo>
                  <a:lnTo>
                    <a:pt x="1387" y="50"/>
                  </a:lnTo>
                  <a:lnTo>
                    <a:pt x="1741" y="1584"/>
                  </a:lnTo>
                  <a:lnTo>
                    <a:pt x="168" y="325"/>
                  </a:lnTo>
                  <a:lnTo>
                    <a:pt x="1" y="365"/>
                  </a:lnTo>
                  <a:lnTo>
                    <a:pt x="433" y="2263"/>
                  </a:lnTo>
                  <a:lnTo>
                    <a:pt x="640" y="2223"/>
                  </a:lnTo>
                  <a:lnTo>
                    <a:pt x="286" y="679"/>
                  </a:lnTo>
                  <a:lnTo>
                    <a:pt x="286" y="679"/>
                  </a:lnTo>
                  <a:lnTo>
                    <a:pt x="1859" y="1938"/>
                  </a:lnTo>
                  <a:lnTo>
                    <a:pt x="2027" y="1899"/>
                  </a:lnTo>
                  <a:lnTo>
                    <a:pt x="1594"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2"/>
            <p:cNvSpPr/>
            <p:nvPr/>
          </p:nvSpPr>
          <p:spPr>
            <a:xfrm>
              <a:off x="907425" y="698350"/>
              <a:ext cx="44525" cy="54875"/>
            </a:xfrm>
            <a:custGeom>
              <a:avLst/>
              <a:gdLst/>
              <a:ahLst/>
              <a:cxnLst/>
              <a:rect l="l" t="t" r="r" b="b"/>
              <a:pathLst>
                <a:path w="1781" h="2195" extrusionOk="0">
                  <a:moveTo>
                    <a:pt x="1298" y="1"/>
                  </a:moveTo>
                  <a:lnTo>
                    <a:pt x="0" y="296"/>
                  </a:lnTo>
                  <a:lnTo>
                    <a:pt x="433" y="2194"/>
                  </a:lnTo>
                  <a:lnTo>
                    <a:pt x="1780" y="1889"/>
                  </a:lnTo>
                  <a:lnTo>
                    <a:pt x="1741" y="1712"/>
                  </a:lnTo>
                  <a:lnTo>
                    <a:pt x="590" y="1978"/>
                  </a:lnTo>
                  <a:lnTo>
                    <a:pt x="423" y="1270"/>
                  </a:lnTo>
                  <a:lnTo>
                    <a:pt x="1406" y="1043"/>
                  </a:lnTo>
                  <a:lnTo>
                    <a:pt x="1367" y="876"/>
                  </a:lnTo>
                  <a:lnTo>
                    <a:pt x="384" y="1102"/>
                  </a:lnTo>
                  <a:lnTo>
                    <a:pt x="236" y="424"/>
                  </a:lnTo>
                  <a:lnTo>
                    <a:pt x="1338" y="168"/>
                  </a:lnTo>
                  <a:lnTo>
                    <a:pt x="1298"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2"/>
            <p:cNvSpPr/>
            <p:nvPr/>
          </p:nvSpPr>
          <p:spPr>
            <a:xfrm>
              <a:off x="1210825" y="630675"/>
              <a:ext cx="49425" cy="50050"/>
            </a:xfrm>
            <a:custGeom>
              <a:avLst/>
              <a:gdLst/>
              <a:ahLst/>
              <a:cxnLst/>
              <a:rect l="l" t="t" r="r" b="b"/>
              <a:pathLst>
                <a:path w="1977" h="2002" extrusionOk="0">
                  <a:moveTo>
                    <a:pt x="1153" y="0"/>
                  </a:moveTo>
                  <a:cubicBezTo>
                    <a:pt x="1070" y="0"/>
                    <a:pt x="986" y="11"/>
                    <a:pt x="905" y="33"/>
                  </a:cubicBezTo>
                  <a:cubicBezTo>
                    <a:pt x="354" y="131"/>
                    <a:pt x="0" y="672"/>
                    <a:pt x="128" y="1223"/>
                  </a:cubicBezTo>
                  <a:cubicBezTo>
                    <a:pt x="228" y="1690"/>
                    <a:pt x="639" y="2001"/>
                    <a:pt x="1092" y="2001"/>
                  </a:cubicBezTo>
                  <a:cubicBezTo>
                    <a:pt x="1173" y="2001"/>
                    <a:pt x="1255" y="1991"/>
                    <a:pt x="1338" y="1970"/>
                  </a:cubicBezTo>
                  <a:cubicBezTo>
                    <a:pt x="1603" y="1921"/>
                    <a:pt x="1839" y="1754"/>
                    <a:pt x="1977" y="1528"/>
                  </a:cubicBezTo>
                  <a:lnTo>
                    <a:pt x="1820" y="1429"/>
                  </a:lnTo>
                  <a:cubicBezTo>
                    <a:pt x="1702" y="1616"/>
                    <a:pt x="1525" y="1744"/>
                    <a:pt x="1308" y="1783"/>
                  </a:cubicBezTo>
                  <a:cubicBezTo>
                    <a:pt x="1237" y="1802"/>
                    <a:pt x="1166" y="1811"/>
                    <a:pt x="1096" y="1811"/>
                  </a:cubicBezTo>
                  <a:cubicBezTo>
                    <a:pt x="730" y="1811"/>
                    <a:pt x="397" y="1563"/>
                    <a:pt x="315" y="1184"/>
                  </a:cubicBezTo>
                  <a:cubicBezTo>
                    <a:pt x="207" y="741"/>
                    <a:pt x="502" y="298"/>
                    <a:pt x="944" y="210"/>
                  </a:cubicBezTo>
                  <a:cubicBezTo>
                    <a:pt x="1011" y="195"/>
                    <a:pt x="1077" y="187"/>
                    <a:pt x="1143" y="187"/>
                  </a:cubicBezTo>
                  <a:cubicBezTo>
                    <a:pt x="1291" y="187"/>
                    <a:pt x="1434" y="226"/>
                    <a:pt x="1564" y="308"/>
                  </a:cubicBezTo>
                  <a:lnTo>
                    <a:pt x="1662" y="151"/>
                  </a:lnTo>
                  <a:cubicBezTo>
                    <a:pt x="1508" y="50"/>
                    <a:pt x="1331" y="0"/>
                    <a:pt x="1153"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2"/>
            <p:cNvSpPr/>
            <p:nvPr/>
          </p:nvSpPr>
          <p:spPr>
            <a:xfrm>
              <a:off x="1266150" y="615500"/>
              <a:ext cx="48450" cy="53075"/>
            </a:xfrm>
            <a:custGeom>
              <a:avLst/>
              <a:gdLst/>
              <a:ahLst/>
              <a:cxnLst/>
              <a:rect l="l" t="t" r="r" b="b"/>
              <a:pathLst>
                <a:path w="1938" h="2123" extrusionOk="0">
                  <a:moveTo>
                    <a:pt x="1564" y="1"/>
                  </a:moveTo>
                  <a:lnTo>
                    <a:pt x="1367" y="40"/>
                  </a:lnTo>
                  <a:lnTo>
                    <a:pt x="1613" y="1122"/>
                  </a:lnTo>
                  <a:cubicBezTo>
                    <a:pt x="1721" y="1574"/>
                    <a:pt x="1564" y="1830"/>
                    <a:pt x="1180" y="1909"/>
                  </a:cubicBezTo>
                  <a:cubicBezTo>
                    <a:pt x="1114" y="1924"/>
                    <a:pt x="1052" y="1932"/>
                    <a:pt x="993" y="1932"/>
                  </a:cubicBezTo>
                  <a:cubicBezTo>
                    <a:pt x="721" y="1932"/>
                    <a:pt x="532" y="1760"/>
                    <a:pt x="443" y="1387"/>
                  </a:cubicBezTo>
                  <a:lnTo>
                    <a:pt x="197" y="306"/>
                  </a:lnTo>
                  <a:lnTo>
                    <a:pt x="0" y="355"/>
                  </a:lnTo>
                  <a:lnTo>
                    <a:pt x="246" y="1446"/>
                  </a:lnTo>
                  <a:cubicBezTo>
                    <a:pt x="352" y="1897"/>
                    <a:pt x="623" y="2122"/>
                    <a:pt x="989" y="2122"/>
                  </a:cubicBezTo>
                  <a:cubicBezTo>
                    <a:pt x="1062" y="2122"/>
                    <a:pt x="1139" y="2113"/>
                    <a:pt x="1220" y="2095"/>
                  </a:cubicBezTo>
                  <a:cubicBezTo>
                    <a:pt x="1711" y="1977"/>
                    <a:pt x="1937" y="1633"/>
                    <a:pt x="1810" y="1082"/>
                  </a:cubicBezTo>
                  <a:lnTo>
                    <a:pt x="1564"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2"/>
            <p:cNvSpPr/>
            <p:nvPr/>
          </p:nvSpPr>
          <p:spPr>
            <a:xfrm>
              <a:off x="1316800" y="603950"/>
              <a:ext cx="39350" cy="52400"/>
            </a:xfrm>
            <a:custGeom>
              <a:avLst/>
              <a:gdLst/>
              <a:ahLst/>
              <a:cxnLst/>
              <a:rect l="l" t="t" r="r" b="b"/>
              <a:pathLst>
                <a:path w="1574" h="2096" extrusionOk="0">
                  <a:moveTo>
                    <a:pt x="1534" y="0"/>
                  </a:moveTo>
                  <a:lnTo>
                    <a:pt x="0" y="354"/>
                  </a:lnTo>
                  <a:lnTo>
                    <a:pt x="39" y="522"/>
                  </a:lnTo>
                  <a:lnTo>
                    <a:pt x="708" y="374"/>
                  </a:lnTo>
                  <a:lnTo>
                    <a:pt x="1101" y="2095"/>
                  </a:lnTo>
                  <a:lnTo>
                    <a:pt x="1308" y="2046"/>
                  </a:lnTo>
                  <a:lnTo>
                    <a:pt x="905" y="325"/>
                  </a:lnTo>
                  <a:lnTo>
                    <a:pt x="1574" y="177"/>
                  </a:lnTo>
                  <a:lnTo>
                    <a:pt x="1534" y="0"/>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0" name="Google Shape;350;p22"/>
          <p:cNvGrpSpPr/>
          <p:nvPr/>
        </p:nvGrpSpPr>
        <p:grpSpPr>
          <a:xfrm rot="1249007">
            <a:off x="7541814" y="292166"/>
            <a:ext cx="1312682" cy="771100"/>
            <a:chOff x="3285175" y="1554625"/>
            <a:chExt cx="1458275" cy="856625"/>
          </a:xfrm>
        </p:grpSpPr>
        <p:sp>
          <p:nvSpPr>
            <p:cNvPr id="351" name="Google Shape;351;p22"/>
            <p:cNvSpPr/>
            <p:nvPr/>
          </p:nvSpPr>
          <p:spPr>
            <a:xfrm>
              <a:off x="3285175" y="1554625"/>
              <a:ext cx="1458275" cy="856625"/>
            </a:xfrm>
            <a:custGeom>
              <a:avLst/>
              <a:gdLst/>
              <a:ahLst/>
              <a:cxnLst/>
              <a:rect l="l" t="t" r="r" b="b"/>
              <a:pathLst>
                <a:path w="58331" h="34265" extrusionOk="0">
                  <a:moveTo>
                    <a:pt x="49735" y="0"/>
                  </a:moveTo>
                  <a:cubicBezTo>
                    <a:pt x="49686" y="0"/>
                    <a:pt x="49637" y="10"/>
                    <a:pt x="49578" y="20"/>
                  </a:cubicBezTo>
                  <a:lnTo>
                    <a:pt x="12766" y="5331"/>
                  </a:lnTo>
                  <a:cubicBezTo>
                    <a:pt x="12166" y="5419"/>
                    <a:pt x="11743" y="5980"/>
                    <a:pt x="11832" y="6589"/>
                  </a:cubicBezTo>
                  <a:lnTo>
                    <a:pt x="12432" y="10691"/>
                  </a:lnTo>
                  <a:lnTo>
                    <a:pt x="4102" y="11645"/>
                  </a:lnTo>
                  <a:cubicBezTo>
                    <a:pt x="3512" y="11704"/>
                    <a:pt x="3079" y="12215"/>
                    <a:pt x="3118" y="12805"/>
                  </a:cubicBezTo>
                  <a:cubicBezTo>
                    <a:pt x="3118" y="12844"/>
                    <a:pt x="3315" y="16621"/>
                    <a:pt x="925" y="17300"/>
                  </a:cubicBezTo>
                  <a:cubicBezTo>
                    <a:pt x="345" y="17457"/>
                    <a:pt x="1" y="18047"/>
                    <a:pt x="148" y="18627"/>
                  </a:cubicBezTo>
                  <a:lnTo>
                    <a:pt x="3069" y="30331"/>
                  </a:lnTo>
                  <a:cubicBezTo>
                    <a:pt x="3196" y="30836"/>
                    <a:pt x="3647" y="31176"/>
                    <a:pt x="4145" y="31176"/>
                  </a:cubicBezTo>
                  <a:cubicBezTo>
                    <a:pt x="4228" y="31176"/>
                    <a:pt x="4312" y="31167"/>
                    <a:pt x="4397" y="31147"/>
                  </a:cubicBezTo>
                  <a:cubicBezTo>
                    <a:pt x="4646" y="31095"/>
                    <a:pt x="4895" y="31066"/>
                    <a:pt x="5144" y="31066"/>
                  </a:cubicBezTo>
                  <a:cubicBezTo>
                    <a:pt x="5180" y="31066"/>
                    <a:pt x="5216" y="31067"/>
                    <a:pt x="5252" y="31068"/>
                  </a:cubicBezTo>
                  <a:cubicBezTo>
                    <a:pt x="6954" y="31068"/>
                    <a:pt x="8095" y="31894"/>
                    <a:pt x="8645" y="33507"/>
                  </a:cubicBezTo>
                  <a:cubicBezTo>
                    <a:pt x="8793" y="33960"/>
                    <a:pt x="9216" y="34255"/>
                    <a:pt x="9688" y="34264"/>
                  </a:cubicBezTo>
                  <a:cubicBezTo>
                    <a:pt x="9747" y="34255"/>
                    <a:pt x="9796" y="34255"/>
                    <a:pt x="9855" y="34245"/>
                  </a:cubicBezTo>
                  <a:lnTo>
                    <a:pt x="46893" y="28619"/>
                  </a:lnTo>
                  <a:cubicBezTo>
                    <a:pt x="47473" y="28531"/>
                    <a:pt x="47886" y="28010"/>
                    <a:pt x="47827" y="27419"/>
                  </a:cubicBezTo>
                  <a:cubicBezTo>
                    <a:pt x="47817" y="27311"/>
                    <a:pt x="47601" y="24715"/>
                    <a:pt x="50158" y="23830"/>
                  </a:cubicBezTo>
                  <a:cubicBezTo>
                    <a:pt x="50247" y="23849"/>
                    <a:pt x="50335" y="23859"/>
                    <a:pt x="50424" y="23859"/>
                  </a:cubicBezTo>
                  <a:cubicBezTo>
                    <a:pt x="50522" y="23859"/>
                    <a:pt x="50620" y="23849"/>
                    <a:pt x="50719" y="23820"/>
                  </a:cubicBezTo>
                  <a:cubicBezTo>
                    <a:pt x="51397" y="23663"/>
                    <a:pt x="51810" y="22984"/>
                    <a:pt x="51653" y="22305"/>
                  </a:cubicBezTo>
                  <a:lnTo>
                    <a:pt x="51407" y="21312"/>
                  </a:lnTo>
                  <a:lnTo>
                    <a:pt x="54574" y="20437"/>
                  </a:lnTo>
                  <a:cubicBezTo>
                    <a:pt x="55125" y="20279"/>
                    <a:pt x="55459" y="19739"/>
                    <a:pt x="55371" y="19178"/>
                  </a:cubicBezTo>
                  <a:cubicBezTo>
                    <a:pt x="55282" y="18539"/>
                    <a:pt x="55302" y="17899"/>
                    <a:pt x="55439" y="17280"/>
                  </a:cubicBezTo>
                  <a:cubicBezTo>
                    <a:pt x="55705" y="16149"/>
                    <a:pt x="56344" y="15470"/>
                    <a:pt x="57406" y="15205"/>
                  </a:cubicBezTo>
                  <a:cubicBezTo>
                    <a:pt x="57967" y="15057"/>
                    <a:pt x="58331" y="14497"/>
                    <a:pt x="58223" y="13926"/>
                  </a:cubicBezTo>
                  <a:lnTo>
                    <a:pt x="56216" y="3364"/>
                  </a:lnTo>
                  <a:cubicBezTo>
                    <a:pt x="56113" y="2839"/>
                    <a:pt x="55656" y="2465"/>
                    <a:pt x="55142" y="2465"/>
                  </a:cubicBezTo>
                  <a:cubicBezTo>
                    <a:pt x="55068" y="2465"/>
                    <a:pt x="54993" y="2472"/>
                    <a:pt x="54918" y="2488"/>
                  </a:cubicBezTo>
                  <a:cubicBezTo>
                    <a:pt x="54603" y="2538"/>
                    <a:pt x="54279" y="2557"/>
                    <a:pt x="53954" y="2557"/>
                  </a:cubicBezTo>
                  <a:cubicBezTo>
                    <a:pt x="52273" y="2557"/>
                    <a:pt x="51201" y="1947"/>
                    <a:pt x="50788" y="738"/>
                  </a:cubicBezTo>
                  <a:cubicBezTo>
                    <a:pt x="50630" y="295"/>
                    <a:pt x="50207" y="0"/>
                    <a:pt x="49735" y="0"/>
                  </a:cubicBezTo>
                  <a:close/>
                </a:path>
              </a:pathLst>
            </a:custGeom>
            <a:solidFill>
              <a:schemeClr val="accent6"/>
            </a:solidFill>
            <a:ln w="76200" cap="flat" cmpd="sng">
              <a:solidFill>
                <a:schemeClr val="accent6"/>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2"/>
            <p:cNvSpPr/>
            <p:nvPr/>
          </p:nvSpPr>
          <p:spPr>
            <a:xfrm>
              <a:off x="3306325" y="1580675"/>
              <a:ext cx="1397800" cy="800825"/>
            </a:xfrm>
            <a:custGeom>
              <a:avLst/>
              <a:gdLst/>
              <a:ahLst/>
              <a:cxnLst/>
              <a:rect l="l" t="t" r="r" b="b"/>
              <a:pathLst>
                <a:path w="55912" h="32033" extrusionOk="0">
                  <a:moveTo>
                    <a:pt x="48515" y="1"/>
                  </a:moveTo>
                  <a:lnTo>
                    <a:pt x="11704" y="5311"/>
                  </a:lnTo>
                  <a:lnTo>
                    <a:pt x="12481" y="10553"/>
                  </a:lnTo>
                  <a:lnTo>
                    <a:pt x="3000" y="11625"/>
                  </a:lnTo>
                  <a:cubicBezTo>
                    <a:pt x="3000" y="11625"/>
                    <a:pt x="3315" y="16326"/>
                    <a:pt x="0" y="17251"/>
                  </a:cubicBezTo>
                  <a:lnTo>
                    <a:pt x="2931" y="28954"/>
                  </a:lnTo>
                  <a:cubicBezTo>
                    <a:pt x="2931" y="28954"/>
                    <a:pt x="3382" y="28845"/>
                    <a:pt x="4036" y="28845"/>
                  </a:cubicBezTo>
                  <a:cubicBezTo>
                    <a:pt x="5367" y="28845"/>
                    <a:pt x="7538" y="29296"/>
                    <a:pt x="8468" y="32032"/>
                  </a:cubicBezTo>
                  <a:lnTo>
                    <a:pt x="45516" y="26417"/>
                  </a:lnTo>
                  <a:cubicBezTo>
                    <a:pt x="45516" y="26417"/>
                    <a:pt x="45132" y="22414"/>
                    <a:pt x="49214" y="21490"/>
                  </a:cubicBezTo>
                  <a:lnTo>
                    <a:pt x="48899" y="19405"/>
                  </a:lnTo>
                  <a:lnTo>
                    <a:pt x="53059" y="18254"/>
                  </a:lnTo>
                  <a:cubicBezTo>
                    <a:pt x="53059" y="18254"/>
                    <a:pt x="52292" y="13937"/>
                    <a:pt x="55911" y="13012"/>
                  </a:cubicBezTo>
                  <a:lnTo>
                    <a:pt x="53905" y="2459"/>
                  </a:lnTo>
                  <a:cubicBezTo>
                    <a:pt x="53905" y="2459"/>
                    <a:pt x="53415" y="2559"/>
                    <a:pt x="52722" y="2559"/>
                  </a:cubicBezTo>
                  <a:cubicBezTo>
                    <a:pt x="51381" y="2559"/>
                    <a:pt x="49281" y="2186"/>
                    <a:pt x="485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2"/>
            <p:cNvSpPr/>
            <p:nvPr/>
          </p:nvSpPr>
          <p:spPr>
            <a:xfrm>
              <a:off x="3598900" y="1713450"/>
              <a:ext cx="730500" cy="131075"/>
            </a:xfrm>
            <a:custGeom>
              <a:avLst/>
              <a:gdLst/>
              <a:ahLst/>
              <a:cxnLst/>
              <a:rect l="l" t="t" r="r" b="b"/>
              <a:pathLst>
                <a:path w="29220" h="5243" extrusionOk="0">
                  <a:moveTo>
                    <a:pt x="1" y="0"/>
                  </a:moveTo>
                  <a:lnTo>
                    <a:pt x="778" y="5242"/>
                  </a:lnTo>
                  <a:lnTo>
                    <a:pt x="29220" y="1053"/>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2"/>
            <p:cNvSpPr/>
            <p:nvPr/>
          </p:nvSpPr>
          <p:spPr>
            <a:xfrm>
              <a:off x="4326650" y="1740200"/>
              <a:ext cx="213975" cy="381425"/>
            </a:xfrm>
            <a:custGeom>
              <a:avLst/>
              <a:gdLst/>
              <a:ahLst/>
              <a:cxnLst/>
              <a:rect l="l" t="t" r="r" b="b"/>
              <a:pathLst>
                <a:path w="8559" h="15257" extrusionOk="0">
                  <a:moveTo>
                    <a:pt x="164" y="1"/>
                  </a:moveTo>
                  <a:cubicBezTo>
                    <a:pt x="83" y="1"/>
                    <a:pt x="0" y="63"/>
                    <a:pt x="12" y="170"/>
                  </a:cubicBezTo>
                  <a:cubicBezTo>
                    <a:pt x="228" y="1084"/>
                    <a:pt x="779" y="1891"/>
                    <a:pt x="1556" y="2432"/>
                  </a:cubicBezTo>
                  <a:cubicBezTo>
                    <a:pt x="2232" y="2887"/>
                    <a:pt x="3059" y="3115"/>
                    <a:pt x="4027" y="3115"/>
                  </a:cubicBezTo>
                  <a:cubicBezTo>
                    <a:pt x="4437" y="3115"/>
                    <a:pt x="4872" y="3074"/>
                    <a:pt x="5332" y="2992"/>
                  </a:cubicBezTo>
                  <a:lnTo>
                    <a:pt x="8253" y="15138"/>
                  </a:lnTo>
                  <a:cubicBezTo>
                    <a:pt x="8263" y="15207"/>
                    <a:pt x="8332" y="15256"/>
                    <a:pt x="8401" y="15256"/>
                  </a:cubicBezTo>
                  <a:lnTo>
                    <a:pt x="8430" y="15256"/>
                  </a:lnTo>
                  <a:cubicBezTo>
                    <a:pt x="8509" y="15227"/>
                    <a:pt x="8558" y="15148"/>
                    <a:pt x="8538" y="15069"/>
                  </a:cubicBezTo>
                  <a:lnTo>
                    <a:pt x="5588" y="2776"/>
                  </a:lnTo>
                  <a:cubicBezTo>
                    <a:pt x="5571" y="2709"/>
                    <a:pt x="5512" y="2663"/>
                    <a:pt x="5446" y="2663"/>
                  </a:cubicBezTo>
                  <a:cubicBezTo>
                    <a:pt x="5434" y="2663"/>
                    <a:pt x="5423" y="2665"/>
                    <a:pt x="5411" y="2668"/>
                  </a:cubicBezTo>
                  <a:cubicBezTo>
                    <a:pt x="4919" y="2767"/>
                    <a:pt x="4454" y="2816"/>
                    <a:pt x="4020" y="2816"/>
                  </a:cubicBezTo>
                  <a:cubicBezTo>
                    <a:pt x="3119" y="2816"/>
                    <a:pt x="2347" y="2604"/>
                    <a:pt x="1723" y="2186"/>
                  </a:cubicBezTo>
                  <a:cubicBezTo>
                    <a:pt x="1015" y="1684"/>
                    <a:pt x="513" y="956"/>
                    <a:pt x="307" y="111"/>
                  </a:cubicBezTo>
                  <a:cubicBezTo>
                    <a:pt x="286" y="35"/>
                    <a:pt x="225" y="1"/>
                    <a:pt x="1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2"/>
            <p:cNvSpPr/>
            <p:nvPr/>
          </p:nvSpPr>
          <p:spPr>
            <a:xfrm>
              <a:off x="4491900" y="1673375"/>
              <a:ext cx="108700" cy="259900"/>
            </a:xfrm>
            <a:custGeom>
              <a:avLst/>
              <a:gdLst/>
              <a:ahLst/>
              <a:cxnLst/>
              <a:rect l="l" t="t" r="r" b="b"/>
              <a:pathLst>
                <a:path w="4348" h="10396" extrusionOk="0">
                  <a:moveTo>
                    <a:pt x="2273" y="0"/>
                  </a:moveTo>
                  <a:lnTo>
                    <a:pt x="1" y="305"/>
                  </a:lnTo>
                  <a:lnTo>
                    <a:pt x="2155" y="10396"/>
                  </a:lnTo>
                  <a:lnTo>
                    <a:pt x="4348" y="10091"/>
                  </a:lnTo>
                  <a:lnTo>
                    <a:pt x="227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2"/>
            <p:cNvSpPr/>
            <p:nvPr/>
          </p:nvSpPr>
          <p:spPr>
            <a:xfrm>
              <a:off x="3392875" y="1985875"/>
              <a:ext cx="108950" cy="259900"/>
            </a:xfrm>
            <a:custGeom>
              <a:avLst/>
              <a:gdLst/>
              <a:ahLst/>
              <a:cxnLst/>
              <a:rect l="l" t="t" r="r" b="b"/>
              <a:pathLst>
                <a:path w="4358" h="10396" extrusionOk="0">
                  <a:moveTo>
                    <a:pt x="2272" y="0"/>
                  </a:moveTo>
                  <a:lnTo>
                    <a:pt x="0" y="315"/>
                  </a:lnTo>
                  <a:lnTo>
                    <a:pt x="2164" y="10396"/>
                  </a:lnTo>
                  <a:lnTo>
                    <a:pt x="4357" y="10091"/>
                  </a:lnTo>
                  <a:lnTo>
                    <a:pt x="22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2"/>
            <p:cNvSpPr/>
            <p:nvPr/>
          </p:nvSpPr>
          <p:spPr>
            <a:xfrm>
              <a:off x="4281450" y="1864650"/>
              <a:ext cx="108950" cy="259925"/>
            </a:xfrm>
            <a:custGeom>
              <a:avLst/>
              <a:gdLst/>
              <a:ahLst/>
              <a:cxnLst/>
              <a:rect l="l" t="t" r="r" b="b"/>
              <a:pathLst>
                <a:path w="4358" h="10397" extrusionOk="0">
                  <a:moveTo>
                    <a:pt x="2272" y="1"/>
                  </a:moveTo>
                  <a:lnTo>
                    <a:pt x="0" y="306"/>
                  </a:lnTo>
                  <a:lnTo>
                    <a:pt x="2154" y="10396"/>
                  </a:lnTo>
                  <a:lnTo>
                    <a:pt x="4357" y="10091"/>
                  </a:lnTo>
                  <a:lnTo>
                    <a:pt x="22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2"/>
            <p:cNvSpPr/>
            <p:nvPr/>
          </p:nvSpPr>
          <p:spPr>
            <a:xfrm>
              <a:off x="3574825" y="2023375"/>
              <a:ext cx="98125" cy="122575"/>
            </a:xfrm>
            <a:custGeom>
              <a:avLst/>
              <a:gdLst/>
              <a:ahLst/>
              <a:cxnLst/>
              <a:rect l="l" t="t" r="r" b="b"/>
              <a:pathLst>
                <a:path w="3925" h="4903" extrusionOk="0">
                  <a:moveTo>
                    <a:pt x="2173" y="1"/>
                  </a:moveTo>
                  <a:cubicBezTo>
                    <a:pt x="2102" y="1"/>
                    <a:pt x="2029" y="5"/>
                    <a:pt x="1957" y="15"/>
                  </a:cubicBezTo>
                  <a:cubicBezTo>
                    <a:pt x="462" y="221"/>
                    <a:pt x="0" y="1638"/>
                    <a:pt x="157" y="2818"/>
                  </a:cubicBezTo>
                  <a:cubicBezTo>
                    <a:pt x="301" y="3885"/>
                    <a:pt x="779" y="4903"/>
                    <a:pt x="2115" y="4903"/>
                  </a:cubicBezTo>
                  <a:cubicBezTo>
                    <a:pt x="2244" y="4903"/>
                    <a:pt x="2382" y="4893"/>
                    <a:pt x="2528" y="4873"/>
                  </a:cubicBezTo>
                  <a:cubicBezTo>
                    <a:pt x="3305" y="4765"/>
                    <a:pt x="3727" y="4273"/>
                    <a:pt x="3924" y="3526"/>
                  </a:cubicBezTo>
                  <a:lnTo>
                    <a:pt x="3767" y="3467"/>
                  </a:lnTo>
                  <a:cubicBezTo>
                    <a:pt x="3609" y="4027"/>
                    <a:pt x="3216" y="4539"/>
                    <a:pt x="2567" y="4627"/>
                  </a:cubicBezTo>
                  <a:cubicBezTo>
                    <a:pt x="2520" y="4634"/>
                    <a:pt x="2474" y="4637"/>
                    <a:pt x="2429" y="4637"/>
                  </a:cubicBezTo>
                  <a:cubicBezTo>
                    <a:pt x="1618" y="4637"/>
                    <a:pt x="1143" y="3654"/>
                    <a:pt x="1003" y="2601"/>
                  </a:cubicBezTo>
                  <a:cubicBezTo>
                    <a:pt x="816" y="1244"/>
                    <a:pt x="1269" y="290"/>
                    <a:pt x="2046" y="192"/>
                  </a:cubicBezTo>
                  <a:cubicBezTo>
                    <a:pt x="2102" y="185"/>
                    <a:pt x="2157" y="181"/>
                    <a:pt x="2208" y="181"/>
                  </a:cubicBezTo>
                  <a:cubicBezTo>
                    <a:pt x="2579" y="181"/>
                    <a:pt x="2820" y="348"/>
                    <a:pt x="2872" y="408"/>
                  </a:cubicBezTo>
                  <a:lnTo>
                    <a:pt x="2872" y="418"/>
                  </a:lnTo>
                  <a:lnTo>
                    <a:pt x="2813" y="418"/>
                  </a:lnTo>
                  <a:cubicBezTo>
                    <a:pt x="2577" y="457"/>
                    <a:pt x="2419" y="684"/>
                    <a:pt x="2459" y="920"/>
                  </a:cubicBezTo>
                  <a:cubicBezTo>
                    <a:pt x="2485" y="1145"/>
                    <a:pt x="2672" y="1302"/>
                    <a:pt x="2884" y="1302"/>
                  </a:cubicBezTo>
                  <a:cubicBezTo>
                    <a:pt x="2912" y="1302"/>
                    <a:pt x="2941" y="1299"/>
                    <a:pt x="2970" y="1293"/>
                  </a:cubicBezTo>
                  <a:cubicBezTo>
                    <a:pt x="3226" y="1274"/>
                    <a:pt x="3413" y="1028"/>
                    <a:pt x="3364" y="772"/>
                  </a:cubicBezTo>
                  <a:cubicBezTo>
                    <a:pt x="3302" y="316"/>
                    <a:pt x="2763" y="1"/>
                    <a:pt x="21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2"/>
            <p:cNvSpPr/>
            <p:nvPr/>
          </p:nvSpPr>
          <p:spPr>
            <a:xfrm>
              <a:off x="3676850" y="2013175"/>
              <a:ext cx="61500" cy="121475"/>
            </a:xfrm>
            <a:custGeom>
              <a:avLst/>
              <a:gdLst/>
              <a:ahLst/>
              <a:cxnLst/>
              <a:rect l="l" t="t" r="r" b="b"/>
              <a:pathLst>
                <a:path w="2460" h="4859" extrusionOk="0">
                  <a:moveTo>
                    <a:pt x="1830" y="0"/>
                  </a:moveTo>
                  <a:lnTo>
                    <a:pt x="0" y="246"/>
                  </a:lnTo>
                  <a:lnTo>
                    <a:pt x="20" y="384"/>
                  </a:lnTo>
                  <a:lnTo>
                    <a:pt x="522" y="354"/>
                  </a:lnTo>
                  <a:lnTo>
                    <a:pt x="1102" y="4613"/>
                  </a:lnTo>
                  <a:lnTo>
                    <a:pt x="610" y="4711"/>
                  </a:lnTo>
                  <a:lnTo>
                    <a:pt x="630" y="4858"/>
                  </a:lnTo>
                  <a:lnTo>
                    <a:pt x="2459" y="4613"/>
                  </a:lnTo>
                  <a:lnTo>
                    <a:pt x="2439" y="4465"/>
                  </a:lnTo>
                  <a:lnTo>
                    <a:pt x="1938" y="4504"/>
                  </a:lnTo>
                  <a:lnTo>
                    <a:pt x="1358" y="236"/>
                  </a:lnTo>
                  <a:lnTo>
                    <a:pt x="1849" y="138"/>
                  </a:lnTo>
                  <a:lnTo>
                    <a:pt x="183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2"/>
            <p:cNvSpPr/>
            <p:nvPr/>
          </p:nvSpPr>
          <p:spPr>
            <a:xfrm>
              <a:off x="3742250" y="1996200"/>
              <a:ext cx="107950" cy="129350"/>
            </a:xfrm>
            <a:custGeom>
              <a:avLst/>
              <a:gdLst/>
              <a:ahLst/>
              <a:cxnLst/>
              <a:rect l="l" t="t" r="r" b="b"/>
              <a:pathLst>
                <a:path w="4318" h="5174" extrusionOk="0">
                  <a:moveTo>
                    <a:pt x="4131" y="0"/>
                  </a:moveTo>
                  <a:lnTo>
                    <a:pt x="2941" y="168"/>
                  </a:lnTo>
                  <a:lnTo>
                    <a:pt x="2961" y="305"/>
                  </a:lnTo>
                  <a:lnTo>
                    <a:pt x="3453" y="276"/>
                  </a:lnTo>
                  <a:lnTo>
                    <a:pt x="3934" y="3452"/>
                  </a:lnTo>
                  <a:lnTo>
                    <a:pt x="699" y="472"/>
                  </a:lnTo>
                  <a:lnTo>
                    <a:pt x="1" y="561"/>
                  </a:lnTo>
                  <a:lnTo>
                    <a:pt x="20" y="709"/>
                  </a:lnTo>
                  <a:lnTo>
                    <a:pt x="522" y="679"/>
                  </a:lnTo>
                  <a:lnTo>
                    <a:pt x="1132" y="4928"/>
                  </a:lnTo>
                  <a:lnTo>
                    <a:pt x="640" y="5036"/>
                  </a:lnTo>
                  <a:lnTo>
                    <a:pt x="669" y="5173"/>
                  </a:lnTo>
                  <a:lnTo>
                    <a:pt x="1859" y="5016"/>
                  </a:lnTo>
                  <a:lnTo>
                    <a:pt x="1840" y="4869"/>
                  </a:lnTo>
                  <a:lnTo>
                    <a:pt x="1348" y="4908"/>
                  </a:lnTo>
                  <a:lnTo>
                    <a:pt x="876" y="1780"/>
                  </a:lnTo>
                  <a:lnTo>
                    <a:pt x="876" y="1780"/>
                  </a:lnTo>
                  <a:lnTo>
                    <a:pt x="4111" y="4770"/>
                  </a:lnTo>
                  <a:lnTo>
                    <a:pt x="4318" y="4751"/>
                  </a:lnTo>
                  <a:lnTo>
                    <a:pt x="3659" y="246"/>
                  </a:lnTo>
                  <a:lnTo>
                    <a:pt x="4151" y="148"/>
                  </a:lnTo>
                  <a:lnTo>
                    <a:pt x="413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2"/>
            <p:cNvSpPr/>
            <p:nvPr/>
          </p:nvSpPr>
          <p:spPr>
            <a:xfrm>
              <a:off x="3865425" y="1982675"/>
              <a:ext cx="98875" cy="126400"/>
            </a:xfrm>
            <a:custGeom>
              <a:avLst/>
              <a:gdLst/>
              <a:ahLst/>
              <a:cxnLst/>
              <a:rect l="l" t="t" r="r" b="b"/>
              <a:pathLst>
                <a:path w="3955" h="5056" extrusionOk="0">
                  <a:moveTo>
                    <a:pt x="3187" y="0"/>
                  </a:moveTo>
                  <a:lnTo>
                    <a:pt x="1" y="433"/>
                  </a:lnTo>
                  <a:lnTo>
                    <a:pt x="20" y="581"/>
                  </a:lnTo>
                  <a:lnTo>
                    <a:pt x="522" y="541"/>
                  </a:lnTo>
                  <a:lnTo>
                    <a:pt x="1102" y="4810"/>
                  </a:lnTo>
                  <a:lnTo>
                    <a:pt x="611" y="4908"/>
                  </a:lnTo>
                  <a:lnTo>
                    <a:pt x="630" y="5056"/>
                  </a:lnTo>
                  <a:lnTo>
                    <a:pt x="3954" y="4603"/>
                  </a:lnTo>
                  <a:lnTo>
                    <a:pt x="3807" y="3275"/>
                  </a:lnTo>
                  <a:lnTo>
                    <a:pt x="3669" y="3295"/>
                  </a:lnTo>
                  <a:cubicBezTo>
                    <a:pt x="3630" y="4052"/>
                    <a:pt x="3522" y="4475"/>
                    <a:pt x="2754" y="4583"/>
                  </a:cubicBezTo>
                  <a:cubicBezTo>
                    <a:pt x="2518" y="4613"/>
                    <a:pt x="2174" y="4642"/>
                    <a:pt x="1928" y="4662"/>
                  </a:cubicBezTo>
                  <a:lnTo>
                    <a:pt x="1643" y="2587"/>
                  </a:lnTo>
                  <a:cubicBezTo>
                    <a:pt x="1751" y="2558"/>
                    <a:pt x="1938" y="2528"/>
                    <a:pt x="1997" y="2528"/>
                  </a:cubicBezTo>
                  <a:cubicBezTo>
                    <a:pt x="2053" y="2520"/>
                    <a:pt x="2104" y="2516"/>
                    <a:pt x="2153" y="2516"/>
                  </a:cubicBezTo>
                  <a:cubicBezTo>
                    <a:pt x="2485" y="2516"/>
                    <a:pt x="2666" y="2703"/>
                    <a:pt x="2735" y="3226"/>
                  </a:cubicBezTo>
                  <a:lnTo>
                    <a:pt x="2912" y="3197"/>
                  </a:lnTo>
                  <a:lnTo>
                    <a:pt x="2676" y="1466"/>
                  </a:lnTo>
                  <a:lnTo>
                    <a:pt x="2499" y="1486"/>
                  </a:lnTo>
                  <a:cubicBezTo>
                    <a:pt x="2587" y="2095"/>
                    <a:pt x="2410" y="2292"/>
                    <a:pt x="1968" y="2351"/>
                  </a:cubicBezTo>
                  <a:cubicBezTo>
                    <a:pt x="1879" y="2361"/>
                    <a:pt x="1712" y="2390"/>
                    <a:pt x="1614" y="2390"/>
                  </a:cubicBezTo>
                  <a:lnTo>
                    <a:pt x="1348" y="463"/>
                  </a:lnTo>
                  <a:cubicBezTo>
                    <a:pt x="1594" y="404"/>
                    <a:pt x="1830" y="364"/>
                    <a:pt x="2037" y="335"/>
                  </a:cubicBezTo>
                  <a:cubicBezTo>
                    <a:pt x="2113" y="324"/>
                    <a:pt x="2184" y="319"/>
                    <a:pt x="2251" y="319"/>
                  </a:cubicBezTo>
                  <a:cubicBezTo>
                    <a:pt x="2852" y="319"/>
                    <a:pt x="3071" y="744"/>
                    <a:pt x="3266" y="1328"/>
                  </a:cubicBezTo>
                  <a:lnTo>
                    <a:pt x="3394" y="1309"/>
                  </a:lnTo>
                  <a:lnTo>
                    <a:pt x="318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2"/>
            <p:cNvSpPr/>
            <p:nvPr/>
          </p:nvSpPr>
          <p:spPr>
            <a:xfrm>
              <a:off x="3971400" y="1960800"/>
              <a:ext cx="149525" cy="133525"/>
            </a:xfrm>
            <a:custGeom>
              <a:avLst/>
              <a:gdLst/>
              <a:ahLst/>
              <a:cxnLst/>
              <a:rect l="l" t="t" r="r" b="b"/>
              <a:pathLst>
                <a:path w="5981" h="5341" extrusionOk="0">
                  <a:moveTo>
                    <a:pt x="5341" y="0"/>
                  </a:moveTo>
                  <a:lnTo>
                    <a:pt x="4013" y="177"/>
                  </a:lnTo>
                  <a:lnTo>
                    <a:pt x="3217" y="3796"/>
                  </a:lnTo>
                  <a:lnTo>
                    <a:pt x="3207" y="3796"/>
                  </a:lnTo>
                  <a:lnTo>
                    <a:pt x="1387" y="541"/>
                  </a:lnTo>
                  <a:lnTo>
                    <a:pt x="1" y="728"/>
                  </a:lnTo>
                  <a:lnTo>
                    <a:pt x="20" y="875"/>
                  </a:lnTo>
                  <a:lnTo>
                    <a:pt x="532" y="836"/>
                  </a:lnTo>
                  <a:lnTo>
                    <a:pt x="1122" y="5095"/>
                  </a:lnTo>
                  <a:lnTo>
                    <a:pt x="630" y="5193"/>
                  </a:lnTo>
                  <a:lnTo>
                    <a:pt x="650" y="5340"/>
                  </a:lnTo>
                  <a:lnTo>
                    <a:pt x="1820" y="5183"/>
                  </a:lnTo>
                  <a:lnTo>
                    <a:pt x="1800" y="5036"/>
                  </a:lnTo>
                  <a:lnTo>
                    <a:pt x="1309" y="5075"/>
                  </a:lnTo>
                  <a:lnTo>
                    <a:pt x="699" y="964"/>
                  </a:lnTo>
                  <a:lnTo>
                    <a:pt x="3000" y="5085"/>
                  </a:lnTo>
                  <a:lnTo>
                    <a:pt x="3128" y="5065"/>
                  </a:lnTo>
                  <a:lnTo>
                    <a:pt x="4092" y="659"/>
                  </a:lnTo>
                  <a:lnTo>
                    <a:pt x="4623" y="4613"/>
                  </a:lnTo>
                  <a:lnTo>
                    <a:pt x="4131" y="4711"/>
                  </a:lnTo>
                  <a:lnTo>
                    <a:pt x="4151" y="4859"/>
                  </a:lnTo>
                  <a:lnTo>
                    <a:pt x="5980" y="4613"/>
                  </a:lnTo>
                  <a:lnTo>
                    <a:pt x="5960" y="4475"/>
                  </a:lnTo>
                  <a:lnTo>
                    <a:pt x="5459" y="4505"/>
                  </a:lnTo>
                  <a:lnTo>
                    <a:pt x="4869" y="246"/>
                  </a:lnTo>
                  <a:lnTo>
                    <a:pt x="5361" y="148"/>
                  </a:lnTo>
                  <a:lnTo>
                    <a:pt x="534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2"/>
            <p:cNvSpPr/>
            <p:nvPr/>
          </p:nvSpPr>
          <p:spPr>
            <a:xfrm>
              <a:off x="4134175" y="1948500"/>
              <a:ext cx="102550" cy="125900"/>
            </a:xfrm>
            <a:custGeom>
              <a:avLst/>
              <a:gdLst/>
              <a:ahLst/>
              <a:cxnLst/>
              <a:rect l="l" t="t" r="r" b="b"/>
              <a:pathLst>
                <a:path w="4102" h="5036" extrusionOk="0">
                  <a:moveTo>
                    <a:pt x="1220" y="1259"/>
                  </a:moveTo>
                  <a:lnTo>
                    <a:pt x="2134" y="3157"/>
                  </a:lnTo>
                  <a:lnTo>
                    <a:pt x="816" y="3364"/>
                  </a:lnTo>
                  <a:lnTo>
                    <a:pt x="1200" y="1259"/>
                  </a:lnTo>
                  <a:close/>
                  <a:moveTo>
                    <a:pt x="1436" y="0"/>
                  </a:moveTo>
                  <a:lnTo>
                    <a:pt x="1289" y="20"/>
                  </a:lnTo>
                  <a:lnTo>
                    <a:pt x="384" y="4800"/>
                  </a:lnTo>
                  <a:lnTo>
                    <a:pt x="0" y="4888"/>
                  </a:lnTo>
                  <a:lnTo>
                    <a:pt x="20" y="5036"/>
                  </a:lnTo>
                  <a:lnTo>
                    <a:pt x="1033" y="4898"/>
                  </a:lnTo>
                  <a:lnTo>
                    <a:pt x="1013" y="4751"/>
                  </a:lnTo>
                  <a:lnTo>
                    <a:pt x="571" y="4780"/>
                  </a:lnTo>
                  <a:lnTo>
                    <a:pt x="787" y="3561"/>
                  </a:lnTo>
                  <a:lnTo>
                    <a:pt x="2233" y="3364"/>
                  </a:lnTo>
                  <a:lnTo>
                    <a:pt x="2783" y="4475"/>
                  </a:lnTo>
                  <a:lnTo>
                    <a:pt x="2351" y="4564"/>
                  </a:lnTo>
                  <a:lnTo>
                    <a:pt x="2370" y="4711"/>
                  </a:lnTo>
                  <a:lnTo>
                    <a:pt x="4101" y="4475"/>
                  </a:lnTo>
                  <a:lnTo>
                    <a:pt x="4082" y="4328"/>
                  </a:lnTo>
                  <a:lnTo>
                    <a:pt x="3649" y="4357"/>
                  </a:lnTo>
                  <a:lnTo>
                    <a:pt x="143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2"/>
            <p:cNvSpPr/>
            <p:nvPr/>
          </p:nvSpPr>
          <p:spPr>
            <a:xfrm>
              <a:off x="3581700" y="2119825"/>
              <a:ext cx="697075" cy="167500"/>
            </a:xfrm>
            <a:custGeom>
              <a:avLst/>
              <a:gdLst/>
              <a:ahLst/>
              <a:cxnLst/>
              <a:rect l="l" t="t" r="r" b="b"/>
              <a:pathLst>
                <a:path w="27883" h="6700" extrusionOk="0">
                  <a:moveTo>
                    <a:pt x="27203" y="160"/>
                  </a:moveTo>
                  <a:lnTo>
                    <a:pt x="27705" y="2323"/>
                  </a:lnTo>
                  <a:lnTo>
                    <a:pt x="522" y="6533"/>
                  </a:lnTo>
                  <a:lnTo>
                    <a:pt x="158" y="4369"/>
                  </a:lnTo>
                  <a:lnTo>
                    <a:pt x="27203" y="160"/>
                  </a:lnTo>
                  <a:close/>
                  <a:moveTo>
                    <a:pt x="27265" y="0"/>
                  </a:moveTo>
                  <a:cubicBezTo>
                    <a:pt x="27261" y="0"/>
                    <a:pt x="27256" y="1"/>
                    <a:pt x="27253" y="2"/>
                  </a:cubicBezTo>
                  <a:lnTo>
                    <a:pt x="59" y="4231"/>
                  </a:lnTo>
                  <a:cubicBezTo>
                    <a:pt x="40" y="4241"/>
                    <a:pt x="30" y="4251"/>
                    <a:pt x="10" y="4261"/>
                  </a:cubicBezTo>
                  <a:cubicBezTo>
                    <a:pt x="0" y="4280"/>
                    <a:pt x="0" y="4300"/>
                    <a:pt x="0" y="4320"/>
                  </a:cubicBezTo>
                  <a:lnTo>
                    <a:pt x="384" y="6631"/>
                  </a:lnTo>
                  <a:cubicBezTo>
                    <a:pt x="394" y="6670"/>
                    <a:pt x="423" y="6690"/>
                    <a:pt x="463" y="6700"/>
                  </a:cubicBezTo>
                  <a:lnTo>
                    <a:pt x="472" y="6690"/>
                  </a:lnTo>
                  <a:lnTo>
                    <a:pt x="27813" y="2461"/>
                  </a:lnTo>
                  <a:cubicBezTo>
                    <a:pt x="27833" y="2451"/>
                    <a:pt x="27853" y="2441"/>
                    <a:pt x="27862" y="2422"/>
                  </a:cubicBezTo>
                  <a:cubicBezTo>
                    <a:pt x="27872" y="2412"/>
                    <a:pt x="27882" y="2382"/>
                    <a:pt x="27872" y="2363"/>
                  </a:cubicBezTo>
                  <a:lnTo>
                    <a:pt x="27331" y="61"/>
                  </a:lnTo>
                  <a:cubicBezTo>
                    <a:pt x="27323" y="27"/>
                    <a:pt x="27292" y="0"/>
                    <a:pt x="272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2"/>
            <p:cNvSpPr/>
            <p:nvPr/>
          </p:nvSpPr>
          <p:spPr>
            <a:xfrm>
              <a:off x="3523925" y="1815475"/>
              <a:ext cx="696825" cy="167475"/>
            </a:xfrm>
            <a:custGeom>
              <a:avLst/>
              <a:gdLst/>
              <a:ahLst/>
              <a:cxnLst/>
              <a:rect l="l" t="t" r="r" b="b"/>
              <a:pathLst>
                <a:path w="27873" h="6699" extrusionOk="0">
                  <a:moveTo>
                    <a:pt x="27203" y="168"/>
                  </a:moveTo>
                  <a:lnTo>
                    <a:pt x="27705" y="2332"/>
                  </a:lnTo>
                  <a:lnTo>
                    <a:pt x="521" y="6541"/>
                  </a:lnTo>
                  <a:lnTo>
                    <a:pt x="158" y="4377"/>
                  </a:lnTo>
                  <a:lnTo>
                    <a:pt x="27203" y="168"/>
                  </a:lnTo>
                  <a:close/>
                  <a:moveTo>
                    <a:pt x="27252" y="1"/>
                  </a:moveTo>
                  <a:lnTo>
                    <a:pt x="59" y="4240"/>
                  </a:lnTo>
                  <a:cubicBezTo>
                    <a:pt x="40" y="4240"/>
                    <a:pt x="30" y="4249"/>
                    <a:pt x="10" y="4269"/>
                  </a:cubicBezTo>
                  <a:cubicBezTo>
                    <a:pt x="0" y="4289"/>
                    <a:pt x="0" y="4308"/>
                    <a:pt x="0" y="4328"/>
                  </a:cubicBezTo>
                  <a:lnTo>
                    <a:pt x="384" y="6639"/>
                  </a:lnTo>
                  <a:cubicBezTo>
                    <a:pt x="394" y="6679"/>
                    <a:pt x="423" y="6698"/>
                    <a:pt x="462" y="6698"/>
                  </a:cubicBezTo>
                  <a:lnTo>
                    <a:pt x="482" y="6698"/>
                  </a:lnTo>
                  <a:lnTo>
                    <a:pt x="27813" y="2469"/>
                  </a:lnTo>
                  <a:cubicBezTo>
                    <a:pt x="27833" y="2460"/>
                    <a:pt x="27852" y="2450"/>
                    <a:pt x="27862" y="2430"/>
                  </a:cubicBezTo>
                  <a:cubicBezTo>
                    <a:pt x="27872" y="2410"/>
                    <a:pt x="27872" y="2391"/>
                    <a:pt x="27872" y="2371"/>
                  </a:cubicBezTo>
                  <a:lnTo>
                    <a:pt x="27331" y="60"/>
                  </a:lnTo>
                  <a:cubicBezTo>
                    <a:pt x="27321" y="21"/>
                    <a:pt x="27292" y="1"/>
                    <a:pt x="2725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6" name="Google Shape;366;p22"/>
          <p:cNvGrpSpPr/>
          <p:nvPr/>
        </p:nvGrpSpPr>
        <p:grpSpPr>
          <a:xfrm>
            <a:off x="7753800" y="3907776"/>
            <a:ext cx="1111320" cy="943527"/>
            <a:chOff x="8039217" y="153473"/>
            <a:chExt cx="898762" cy="763062"/>
          </a:xfrm>
        </p:grpSpPr>
        <p:sp>
          <p:nvSpPr>
            <p:cNvPr id="367" name="Google Shape;367;p22"/>
            <p:cNvSpPr/>
            <p:nvPr/>
          </p:nvSpPr>
          <p:spPr>
            <a:xfrm>
              <a:off x="8040344" y="153473"/>
              <a:ext cx="897635" cy="762241"/>
            </a:xfrm>
            <a:custGeom>
              <a:avLst/>
              <a:gdLst/>
              <a:ahLst/>
              <a:cxnLst/>
              <a:rect l="l" t="t" r="r" b="b"/>
              <a:pathLst>
                <a:path w="46972" h="39887" extrusionOk="0">
                  <a:moveTo>
                    <a:pt x="22449" y="1"/>
                  </a:moveTo>
                  <a:cubicBezTo>
                    <a:pt x="12983" y="1"/>
                    <a:pt x="4766" y="5542"/>
                    <a:pt x="2932" y="13892"/>
                  </a:cubicBezTo>
                  <a:cubicBezTo>
                    <a:pt x="2863" y="14197"/>
                    <a:pt x="2804" y="14492"/>
                    <a:pt x="2755" y="14797"/>
                  </a:cubicBezTo>
                  <a:cubicBezTo>
                    <a:pt x="2518" y="15456"/>
                    <a:pt x="2322" y="16125"/>
                    <a:pt x="2174" y="16803"/>
                  </a:cubicBezTo>
                  <a:cubicBezTo>
                    <a:pt x="1" y="26697"/>
                    <a:pt x="7613" y="36768"/>
                    <a:pt x="19179" y="39305"/>
                  </a:cubicBezTo>
                  <a:cubicBezTo>
                    <a:pt x="20976" y="39698"/>
                    <a:pt x="22764" y="39886"/>
                    <a:pt x="24509" y="39886"/>
                  </a:cubicBezTo>
                  <a:cubicBezTo>
                    <a:pt x="33981" y="39886"/>
                    <a:pt x="42206" y="34345"/>
                    <a:pt x="44041" y="25999"/>
                  </a:cubicBezTo>
                  <a:cubicBezTo>
                    <a:pt x="44110" y="25694"/>
                    <a:pt x="44169" y="25399"/>
                    <a:pt x="44218" y="25094"/>
                  </a:cubicBezTo>
                  <a:cubicBezTo>
                    <a:pt x="44454" y="24435"/>
                    <a:pt x="44651" y="23766"/>
                    <a:pt x="44808" y="23088"/>
                  </a:cubicBezTo>
                  <a:cubicBezTo>
                    <a:pt x="46972" y="13204"/>
                    <a:pt x="39360" y="3123"/>
                    <a:pt x="27794" y="586"/>
                  </a:cubicBezTo>
                  <a:cubicBezTo>
                    <a:pt x="25991" y="190"/>
                    <a:pt x="24199" y="1"/>
                    <a:pt x="22449" y="1"/>
                  </a:cubicBezTo>
                  <a:close/>
                </a:path>
              </a:pathLst>
            </a:custGeom>
            <a:solidFill>
              <a:schemeClr val="accent6"/>
            </a:solidFill>
            <a:ln w="122925" cap="flat" cmpd="sng">
              <a:solidFill>
                <a:schemeClr val="accent6"/>
              </a:solidFill>
              <a:prstDash val="solid"/>
              <a:miter lim="9834"/>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2"/>
            <p:cNvSpPr/>
            <p:nvPr/>
          </p:nvSpPr>
          <p:spPr>
            <a:xfrm>
              <a:off x="8039217" y="209790"/>
              <a:ext cx="883169" cy="706745"/>
            </a:xfrm>
            <a:custGeom>
              <a:avLst/>
              <a:gdLst/>
              <a:ahLst/>
              <a:cxnLst/>
              <a:rect l="l" t="t" r="r" b="b"/>
              <a:pathLst>
                <a:path w="46215" h="36983" extrusionOk="0">
                  <a:moveTo>
                    <a:pt x="21678" y="1"/>
                  </a:moveTo>
                  <a:cubicBezTo>
                    <a:pt x="12210" y="1"/>
                    <a:pt x="4000" y="5547"/>
                    <a:pt x="2174" y="13886"/>
                  </a:cubicBezTo>
                  <a:cubicBezTo>
                    <a:pt x="1" y="23780"/>
                    <a:pt x="7613" y="33850"/>
                    <a:pt x="19169" y="36398"/>
                  </a:cubicBezTo>
                  <a:cubicBezTo>
                    <a:pt x="20971" y="36793"/>
                    <a:pt x="22763" y="36982"/>
                    <a:pt x="24512" y="36982"/>
                  </a:cubicBezTo>
                  <a:cubicBezTo>
                    <a:pt x="33987" y="36982"/>
                    <a:pt x="42206" y="31435"/>
                    <a:pt x="44041" y="23091"/>
                  </a:cubicBezTo>
                  <a:cubicBezTo>
                    <a:pt x="46214" y="13197"/>
                    <a:pt x="38602" y="3127"/>
                    <a:pt x="27037" y="589"/>
                  </a:cubicBezTo>
                  <a:cubicBezTo>
                    <a:pt x="25229" y="191"/>
                    <a:pt x="23432" y="1"/>
                    <a:pt x="216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2"/>
            <p:cNvSpPr/>
            <p:nvPr/>
          </p:nvSpPr>
          <p:spPr>
            <a:xfrm>
              <a:off x="8053511" y="154046"/>
              <a:ext cx="883150" cy="706669"/>
            </a:xfrm>
            <a:custGeom>
              <a:avLst/>
              <a:gdLst/>
              <a:ahLst/>
              <a:cxnLst/>
              <a:rect l="l" t="t" r="r" b="b"/>
              <a:pathLst>
                <a:path w="46214" h="36979" extrusionOk="0">
                  <a:moveTo>
                    <a:pt x="21697" y="0"/>
                  </a:moveTo>
                  <a:cubicBezTo>
                    <a:pt x="12225" y="0"/>
                    <a:pt x="4008" y="5541"/>
                    <a:pt x="2174" y="13892"/>
                  </a:cubicBezTo>
                  <a:cubicBezTo>
                    <a:pt x="0" y="23776"/>
                    <a:pt x="7612" y="33856"/>
                    <a:pt x="19178" y="36394"/>
                  </a:cubicBezTo>
                  <a:cubicBezTo>
                    <a:pt x="20982" y="36789"/>
                    <a:pt x="22776" y="36979"/>
                    <a:pt x="24527" y="36979"/>
                  </a:cubicBezTo>
                  <a:cubicBezTo>
                    <a:pt x="33999" y="36979"/>
                    <a:pt x="42216" y="31438"/>
                    <a:pt x="44050" y="23087"/>
                  </a:cubicBezTo>
                  <a:cubicBezTo>
                    <a:pt x="46214" y="13203"/>
                    <a:pt x="38602" y="3123"/>
                    <a:pt x="27046" y="585"/>
                  </a:cubicBezTo>
                  <a:cubicBezTo>
                    <a:pt x="25242" y="190"/>
                    <a:pt x="23448" y="0"/>
                    <a:pt x="21697" y="0"/>
                  </a:cubicBezTo>
                  <a:close/>
                </a:path>
              </a:pathLst>
            </a:custGeom>
            <a:solidFill>
              <a:srgbClr val="1F15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2"/>
            <p:cNvSpPr/>
            <p:nvPr/>
          </p:nvSpPr>
          <p:spPr>
            <a:xfrm>
              <a:off x="8039217" y="209790"/>
              <a:ext cx="883169" cy="706745"/>
            </a:xfrm>
            <a:custGeom>
              <a:avLst/>
              <a:gdLst/>
              <a:ahLst/>
              <a:cxnLst/>
              <a:rect l="l" t="t" r="r" b="b"/>
              <a:pathLst>
                <a:path w="46215" h="36983" extrusionOk="0">
                  <a:moveTo>
                    <a:pt x="21678" y="1"/>
                  </a:moveTo>
                  <a:cubicBezTo>
                    <a:pt x="12210" y="1"/>
                    <a:pt x="4000" y="5547"/>
                    <a:pt x="2174" y="13886"/>
                  </a:cubicBezTo>
                  <a:cubicBezTo>
                    <a:pt x="1" y="23780"/>
                    <a:pt x="7613" y="33850"/>
                    <a:pt x="19169" y="36398"/>
                  </a:cubicBezTo>
                  <a:cubicBezTo>
                    <a:pt x="20971" y="36793"/>
                    <a:pt x="22763" y="36982"/>
                    <a:pt x="24512" y="36982"/>
                  </a:cubicBezTo>
                  <a:cubicBezTo>
                    <a:pt x="33987" y="36982"/>
                    <a:pt x="42206" y="31435"/>
                    <a:pt x="44041" y="23091"/>
                  </a:cubicBezTo>
                  <a:cubicBezTo>
                    <a:pt x="46214" y="13197"/>
                    <a:pt x="38602" y="3127"/>
                    <a:pt x="27037" y="589"/>
                  </a:cubicBezTo>
                  <a:cubicBezTo>
                    <a:pt x="25229" y="191"/>
                    <a:pt x="23432" y="1"/>
                    <a:pt x="21678" y="1"/>
                  </a:cubicBezTo>
                  <a:close/>
                </a:path>
              </a:pathLst>
            </a:custGeom>
            <a:solidFill>
              <a:srgbClr val="000000">
                <a:alpha val="158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2"/>
            <p:cNvSpPr/>
            <p:nvPr/>
          </p:nvSpPr>
          <p:spPr>
            <a:xfrm>
              <a:off x="8053511" y="154046"/>
              <a:ext cx="883150" cy="706669"/>
            </a:xfrm>
            <a:custGeom>
              <a:avLst/>
              <a:gdLst/>
              <a:ahLst/>
              <a:cxnLst/>
              <a:rect l="l" t="t" r="r" b="b"/>
              <a:pathLst>
                <a:path w="46214" h="36979" extrusionOk="0">
                  <a:moveTo>
                    <a:pt x="21697" y="0"/>
                  </a:moveTo>
                  <a:cubicBezTo>
                    <a:pt x="12225" y="0"/>
                    <a:pt x="4008" y="5541"/>
                    <a:pt x="2174" y="13892"/>
                  </a:cubicBezTo>
                  <a:cubicBezTo>
                    <a:pt x="0" y="23776"/>
                    <a:pt x="7612" y="33856"/>
                    <a:pt x="19178" y="36394"/>
                  </a:cubicBezTo>
                  <a:cubicBezTo>
                    <a:pt x="20982" y="36789"/>
                    <a:pt x="22776" y="36979"/>
                    <a:pt x="24527" y="36979"/>
                  </a:cubicBezTo>
                  <a:cubicBezTo>
                    <a:pt x="33999" y="36979"/>
                    <a:pt x="42216" y="31438"/>
                    <a:pt x="44050" y="23087"/>
                  </a:cubicBezTo>
                  <a:cubicBezTo>
                    <a:pt x="46214" y="13203"/>
                    <a:pt x="38602" y="3123"/>
                    <a:pt x="27046" y="585"/>
                  </a:cubicBezTo>
                  <a:cubicBezTo>
                    <a:pt x="25242" y="190"/>
                    <a:pt x="23448" y="0"/>
                    <a:pt x="2169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2"/>
            <p:cNvSpPr/>
            <p:nvPr/>
          </p:nvSpPr>
          <p:spPr>
            <a:xfrm>
              <a:off x="8371692" y="194541"/>
              <a:ext cx="184583" cy="171073"/>
            </a:xfrm>
            <a:custGeom>
              <a:avLst/>
              <a:gdLst/>
              <a:ahLst/>
              <a:cxnLst/>
              <a:rect l="l" t="t" r="r" b="b"/>
              <a:pathLst>
                <a:path w="9659" h="8952" extrusionOk="0">
                  <a:moveTo>
                    <a:pt x="4683" y="1"/>
                  </a:moveTo>
                  <a:cubicBezTo>
                    <a:pt x="4455" y="1"/>
                    <a:pt x="4234" y="8"/>
                    <a:pt x="4023" y="20"/>
                  </a:cubicBezTo>
                  <a:cubicBezTo>
                    <a:pt x="2184" y="128"/>
                    <a:pt x="69" y="984"/>
                    <a:pt x="10" y="3128"/>
                  </a:cubicBezTo>
                  <a:cubicBezTo>
                    <a:pt x="1" y="3738"/>
                    <a:pt x="119" y="4348"/>
                    <a:pt x="355" y="4918"/>
                  </a:cubicBezTo>
                  <a:cubicBezTo>
                    <a:pt x="394" y="5016"/>
                    <a:pt x="443" y="5115"/>
                    <a:pt x="492" y="5213"/>
                  </a:cubicBezTo>
                  <a:cubicBezTo>
                    <a:pt x="1013" y="6255"/>
                    <a:pt x="1889" y="7121"/>
                    <a:pt x="2853" y="7819"/>
                  </a:cubicBezTo>
                  <a:cubicBezTo>
                    <a:pt x="3541" y="8321"/>
                    <a:pt x="4288" y="8773"/>
                    <a:pt x="5124" y="8911"/>
                  </a:cubicBezTo>
                  <a:cubicBezTo>
                    <a:pt x="5293" y="8938"/>
                    <a:pt x="5460" y="8952"/>
                    <a:pt x="5624" y="8952"/>
                  </a:cubicBezTo>
                  <a:cubicBezTo>
                    <a:pt x="6866" y="8952"/>
                    <a:pt x="7960" y="8195"/>
                    <a:pt x="8655" y="7170"/>
                  </a:cubicBezTo>
                  <a:cubicBezTo>
                    <a:pt x="8891" y="6826"/>
                    <a:pt x="9088" y="6452"/>
                    <a:pt x="9235" y="6069"/>
                  </a:cubicBezTo>
                  <a:cubicBezTo>
                    <a:pt x="9550" y="5252"/>
                    <a:pt x="9658" y="4377"/>
                    <a:pt x="9570" y="3512"/>
                  </a:cubicBezTo>
                  <a:cubicBezTo>
                    <a:pt x="9560" y="3403"/>
                    <a:pt x="9540" y="3295"/>
                    <a:pt x="9521" y="3177"/>
                  </a:cubicBezTo>
                  <a:cubicBezTo>
                    <a:pt x="9412" y="2518"/>
                    <a:pt x="9137" y="1899"/>
                    <a:pt x="8714" y="1377"/>
                  </a:cubicBezTo>
                  <a:cubicBezTo>
                    <a:pt x="7806" y="283"/>
                    <a:pt x="6115" y="1"/>
                    <a:pt x="46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2"/>
            <p:cNvSpPr/>
            <p:nvPr/>
          </p:nvSpPr>
          <p:spPr>
            <a:xfrm>
              <a:off x="8169661" y="289154"/>
              <a:ext cx="204496" cy="167518"/>
            </a:xfrm>
            <a:custGeom>
              <a:avLst/>
              <a:gdLst/>
              <a:ahLst/>
              <a:cxnLst/>
              <a:rect l="l" t="t" r="r" b="b"/>
              <a:pathLst>
                <a:path w="10701" h="8766" extrusionOk="0">
                  <a:moveTo>
                    <a:pt x="6357" y="1"/>
                  </a:moveTo>
                  <a:cubicBezTo>
                    <a:pt x="4885" y="1"/>
                    <a:pt x="3406" y="1080"/>
                    <a:pt x="2410" y="2032"/>
                  </a:cubicBezTo>
                  <a:cubicBezTo>
                    <a:pt x="1062" y="3301"/>
                    <a:pt x="0" y="5327"/>
                    <a:pt x="1338" y="6989"/>
                  </a:cubicBezTo>
                  <a:cubicBezTo>
                    <a:pt x="2292" y="8159"/>
                    <a:pt x="3659" y="8641"/>
                    <a:pt x="5095" y="8740"/>
                  </a:cubicBezTo>
                  <a:cubicBezTo>
                    <a:pt x="5203" y="8759"/>
                    <a:pt x="5301" y="8759"/>
                    <a:pt x="5409" y="8759"/>
                  </a:cubicBezTo>
                  <a:cubicBezTo>
                    <a:pt x="5550" y="8763"/>
                    <a:pt x="5689" y="8765"/>
                    <a:pt x="5827" y="8765"/>
                  </a:cubicBezTo>
                  <a:cubicBezTo>
                    <a:pt x="6068" y="8765"/>
                    <a:pt x="6307" y="8758"/>
                    <a:pt x="6550" y="8740"/>
                  </a:cubicBezTo>
                  <a:cubicBezTo>
                    <a:pt x="7386" y="8680"/>
                    <a:pt x="8252" y="8543"/>
                    <a:pt x="8979" y="8110"/>
                  </a:cubicBezTo>
                  <a:cubicBezTo>
                    <a:pt x="10238" y="7353"/>
                    <a:pt x="10700" y="5897"/>
                    <a:pt x="10553" y="4501"/>
                  </a:cubicBezTo>
                  <a:cubicBezTo>
                    <a:pt x="10445" y="3429"/>
                    <a:pt x="10012" y="2416"/>
                    <a:pt x="9323" y="1590"/>
                  </a:cubicBezTo>
                  <a:cubicBezTo>
                    <a:pt x="9255" y="1501"/>
                    <a:pt x="9186" y="1422"/>
                    <a:pt x="9117" y="1354"/>
                  </a:cubicBezTo>
                  <a:cubicBezTo>
                    <a:pt x="8507" y="695"/>
                    <a:pt x="7730" y="193"/>
                    <a:pt x="6865" y="46"/>
                  </a:cubicBezTo>
                  <a:cubicBezTo>
                    <a:pt x="6696" y="15"/>
                    <a:pt x="6527" y="1"/>
                    <a:pt x="63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2"/>
            <p:cNvSpPr/>
            <p:nvPr/>
          </p:nvSpPr>
          <p:spPr>
            <a:xfrm>
              <a:off x="8185542" y="508460"/>
              <a:ext cx="226759" cy="186265"/>
            </a:xfrm>
            <a:custGeom>
              <a:avLst/>
              <a:gdLst/>
              <a:ahLst/>
              <a:cxnLst/>
              <a:rect l="l" t="t" r="r" b="b"/>
              <a:pathLst>
                <a:path w="11866" h="9747" extrusionOk="0">
                  <a:moveTo>
                    <a:pt x="5958" y="0"/>
                  </a:moveTo>
                  <a:cubicBezTo>
                    <a:pt x="5441" y="0"/>
                    <a:pt x="4925" y="32"/>
                    <a:pt x="4431" y="106"/>
                  </a:cubicBezTo>
                  <a:cubicBezTo>
                    <a:pt x="4323" y="125"/>
                    <a:pt x="4224" y="135"/>
                    <a:pt x="4116" y="165"/>
                  </a:cubicBezTo>
                  <a:cubicBezTo>
                    <a:pt x="2483" y="470"/>
                    <a:pt x="1136" y="1286"/>
                    <a:pt x="792" y="3056"/>
                  </a:cubicBezTo>
                  <a:cubicBezTo>
                    <a:pt x="1" y="7114"/>
                    <a:pt x="4026" y="9747"/>
                    <a:pt x="6962" y="9747"/>
                  </a:cubicBezTo>
                  <a:cubicBezTo>
                    <a:pt x="7677" y="9747"/>
                    <a:pt x="8326" y="9591"/>
                    <a:pt x="8827" y="9262"/>
                  </a:cubicBezTo>
                  <a:cubicBezTo>
                    <a:pt x="8925" y="9213"/>
                    <a:pt x="9014" y="9144"/>
                    <a:pt x="9092" y="9075"/>
                  </a:cubicBezTo>
                  <a:lnTo>
                    <a:pt x="9112" y="9055"/>
                  </a:lnTo>
                  <a:cubicBezTo>
                    <a:pt x="10607" y="7698"/>
                    <a:pt x="11453" y="5141"/>
                    <a:pt x="11708" y="3214"/>
                  </a:cubicBezTo>
                  <a:cubicBezTo>
                    <a:pt x="11866" y="1896"/>
                    <a:pt x="10981" y="686"/>
                    <a:pt x="9692" y="420"/>
                  </a:cubicBezTo>
                  <a:cubicBezTo>
                    <a:pt x="8643" y="208"/>
                    <a:pt x="7293" y="0"/>
                    <a:pt x="59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2"/>
            <p:cNvSpPr/>
            <p:nvPr/>
          </p:nvSpPr>
          <p:spPr>
            <a:xfrm>
              <a:off x="8459082" y="602405"/>
              <a:ext cx="213057" cy="213535"/>
            </a:xfrm>
            <a:custGeom>
              <a:avLst/>
              <a:gdLst/>
              <a:ahLst/>
              <a:cxnLst/>
              <a:rect l="l" t="t" r="r" b="b"/>
              <a:pathLst>
                <a:path w="11149" h="11174" extrusionOk="0">
                  <a:moveTo>
                    <a:pt x="5069" y="1"/>
                  </a:moveTo>
                  <a:cubicBezTo>
                    <a:pt x="4314" y="1"/>
                    <a:pt x="3567" y="337"/>
                    <a:pt x="3069" y="973"/>
                  </a:cubicBezTo>
                  <a:cubicBezTo>
                    <a:pt x="1948" y="2389"/>
                    <a:pt x="453" y="4602"/>
                    <a:pt x="148" y="6657"/>
                  </a:cubicBezTo>
                  <a:cubicBezTo>
                    <a:pt x="129" y="6755"/>
                    <a:pt x="109" y="6864"/>
                    <a:pt x="99" y="6972"/>
                  </a:cubicBezTo>
                  <a:cubicBezTo>
                    <a:pt x="1" y="8152"/>
                    <a:pt x="335" y="9263"/>
                    <a:pt x="1417" y="10099"/>
                  </a:cubicBezTo>
                  <a:cubicBezTo>
                    <a:pt x="2392" y="10858"/>
                    <a:pt x="3448" y="11174"/>
                    <a:pt x="4484" y="11174"/>
                  </a:cubicBezTo>
                  <a:cubicBezTo>
                    <a:pt x="7922" y="11174"/>
                    <a:pt x="11149" y="7698"/>
                    <a:pt x="10514" y="5379"/>
                  </a:cubicBezTo>
                  <a:cubicBezTo>
                    <a:pt x="10445" y="5123"/>
                    <a:pt x="10357" y="4877"/>
                    <a:pt x="10249" y="4641"/>
                  </a:cubicBezTo>
                  <a:cubicBezTo>
                    <a:pt x="10209" y="4543"/>
                    <a:pt x="10160" y="4444"/>
                    <a:pt x="10111" y="4346"/>
                  </a:cubicBezTo>
                  <a:cubicBezTo>
                    <a:pt x="9314" y="2772"/>
                    <a:pt x="7790" y="1327"/>
                    <a:pt x="6462" y="422"/>
                  </a:cubicBezTo>
                  <a:cubicBezTo>
                    <a:pt x="6036" y="138"/>
                    <a:pt x="5551" y="1"/>
                    <a:pt x="50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2"/>
            <p:cNvSpPr/>
            <p:nvPr/>
          </p:nvSpPr>
          <p:spPr>
            <a:xfrm>
              <a:off x="8657922" y="501294"/>
              <a:ext cx="226893" cy="197750"/>
            </a:xfrm>
            <a:custGeom>
              <a:avLst/>
              <a:gdLst/>
              <a:ahLst/>
              <a:cxnLst/>
              <a:rect l="l" t="t" r="r" b="b"/>
              <a:pathLst>
                <a:path w="11873" h="10348" extrusionOk="0">
                  <a:moveTo>
                    <a:pt x="3907" y="1"/>
                  </a:moveTo>
                  <a:cubicBezTo>
                    <a:pt x="2779" y="1"/>
                    <a:pt x="1674" y="332"/>
                    <a:pt x="729" y="963"/>
                  </a:cubicBezTo>
                  <a:cubicBezTo>
                    <a:pt x="424" y="1169"/>
                    <a:pt x="217" y="1504"/>
                    <a:pt x="188" y="1877"/>
                  </a:cubicBezTo>
                  <a:cubicBezTo>
                    <a:pt x="1" y="3874"/>
                    <a:pt x="807" y="5939"/>
                    <a:pt x="1879" y="7522"/>
                  </a:cubicBezTo>
                  <a:cubicBezTo>
                    <a:pt x="1948" y="7621"/>
                    <a:pt x="2007" y="7709"/>
                    <a:pt x="2076" y="7798"/>
                  </a:cubicBezTo>
                  <a:cubicBezTo>
                    <a:pt x="3148" y="9293"/>
                    <a:pt x="4427" y="10306"/>
                    <a:pt x="5233" y="10345"/>
                  </a:cubicBezTo>
                  <a:cubicBezTo>
                    <a:pt x="5267" y="10347"/>
                    <a:pt x="5300" y="10348"/>
                    <a:pt x="5334" y="10348"/>
                  </a:cubicBezTo>
                  <a:cubicBezTo>
                    <a:pt x="8436" y="10348"/>
                    <a:pt x="11873" y="3249"/>
                    <a:pt x="7446" y="953"/>
                  </a:cubicBezTo>
                  <a:cubicBezTo>
                    <a:pt x="6669" y="530"/>
                    <a:pt x="5823" y="245"/>
                    <a:pt x="4958" y="97"/>
                  </a:cubicBezTo>
                  <a:cubicBezTo>
                    <a:pt x="4849" y="78"/>
                    <a:pt x="4741" y="58"/>
                    <a:pt x="4643" y="48"/>
                  </a:cubicBezTo>
                  <a:cubicBezTo>
                    <a:pt x="4397" y="16"/>
                    <a:pt x="4152" y="1"/>
                    <a:pt x="39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2"/>
            <p:cNvSpPr/>
            <p:nvPr/>
          </p:nvSpPr>
          <p:spPr>
            <a:xfrm>
              <a:off x="8599101" y="294505"/>
              <a:ext cx="204133" cy="169544"/>
            </a:xfrm>
            <a:custGeom>
              <a:avLst/>
              <a:gdLst/>
              <a:ahLst/>
              <a:cxnLst/>
              <a:rect l="l" t="t" r="r" b="b"/>
              <a:pathLst>
                <a:path w="10682" h="8872" extrusionOk="0">
                  <a:moveTo>
                    <a:pt x="3921" y="0"/>
                  </a:moveTo>
                  <a:cubicBezTo>
                    <a:pt x="3507" y="0"/>
                    <a:pt x="3137" y="80"/>
                    <a:pt x="2804" y="218"/>
                  </a:cubicBezTo>
                  <a:cubicBezTo>
                    <a:pt x="2695" y="267"/>
                    <a:pt x="2587" y="316"/>
                    <a:pt x="2489" y="375"/>
                  </a:cubicBezTo>
                  <a:cubicBezTo>
                    <a:pt x="758" y="1369"/>
                    <a:pt x="207" y="4063"/>
                    <a:pt x="50" y="5145"/>
                  </a:cubicBezTo>
                  <a:cubicBezTo>
                    <a:pt x="1" y="5470"/>
                    <a:pt x="50" y="5794"/>
                    <a:pt x="187" y="6079"/>
                  </a:cubicBezTo>
                  <a:cubicBezTo>
                    <a:pt x="1088" y="7838"/>
                    <a:pt x="3336" y="8871"/>
                    <a:pt x="5436" y="8871"/>
                  </a:cubicBezTo>
                  <a:cubicBezTo>
                    <a:pt x="6179" y="8871"/>
                    <a:pt x="6904" y="8742"/>
                    <a:pt x="7544" y="8469"/>
                  </a:cubicBezTo>
                  <a:cubicBezTo>
                    <a:pt x="7652" y="8430"/>
                    <a:pt x="7741" y="8381"/>
                    <a:pt x="7849" y="8332"/>
                  </a:cubicBezTo>
                  <a:cubicBezTo>
                    <a:pt x="7947" y="8282"/>
                    <a:pt x="8045" y="8214"/>
                    <a:pt x="8144" y="8155"/>
                  </a:cubicBezTo>
                  <a:cubicBezTo>
                    <a:pt x="10681" y="6542"/>
                    <a:pt x="9816" y="1733"/>
                    <a:pt x="5174" y="218"/>
                  </a:cubicBezTo>
                  <a:cubicBezTo>
                    <a:pt x="4717" y="67"/>
                    <a:pt x="4301" y="0"/>
                    <a:pt x="39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2"/>
            <p:cNvSpPr/>
            <p:nvPr/>
          </p:nvSpPr>
          <p:spPr>
            <a:xfrm>
              <a:off x="8440851" y="419503"/>
              <a:ext cx="144739" cy="123718"/>
            </a:xfrm>
            <a:custGeom>
              <a:avLst/>
              <a:gdLst/>
              <a:ahLst/>
              <a:cxnLst/>
              <a:rect l="l" t="t" r="r" b="b"/>
              <a:pathLst>
                <a:path w="7574" h="6474" extrusionOk="0">
                  <a:moveTo>
                    <a:pt x="4328" y="1"/>
                  </a:moveTo>
                  <a:cubicBezTo>
                    <a:pt x="1446" y="1"/>
                    <a:pt x="1" y="3482"/>
                    <a:pt x="2046" y="5528"/>
                  </a:cubicBezTo>
                  <a:cubicBezTo>
                    <a:pt x="2664" y="6146"/>
                    <a:pt x="3492" y="6473"/>
                    <a:pt x="4335" y="6473"/>
                  </a:cubicBezTo>
                  <a:cubicBezTo>
                    <a:pt x="4754" y="6473"/>
                    <a:pt x="5176" y="6393"/>
                    <a:pt x="5577" y="6226"/>
                  </a:cubicBezTo>
                  <a:cubicBezTo>
                    <a:pt x="6787" y="5725"/>
                    <a:pt x="7574" y="4544"/>
                    <a:pt x="7574" y="3236"/>
                  </a:cubicBezTo>
                  <a:cubicBezTo>
                    <a:pt x="7564" y="1446"/>
                    <a:pt x="6118" y="1"/>
                    <a:pt x="43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2"/>
            <p:cNvSpPr/>
            <p:nvPr/>
          </p:nvSpPr>
          <p:spPr>
            <a:xfrm>
              <a:off x="8264199" y="251297"/>
              <a:ext cx="488280" cy="488853"/>
            </a:xfrm>
            <a:custGeom>
              <a:avLst/>
              <a:gdLst/>
              <a:ahLst/>
              <a:cxnLst/>
              <a:rect l="l" t="t" r="r" b="b"/>
              <a:pathLst>
                <a:path w="25551" h="25581" extrusionOk="0">
                  <a:moveTo>
                    <a:pt x="12766" y="1"/>
                  </a:moveTo>
                  <a:cubicBezTo>
                    <a:pt x="10366" y="1"/>
                    <a:pt x="8015" y="669"/>
                    <a:pt x="5980" y="1958"/>
                  </a:cubicBezTo>
                  <a:cubicBezTo>
                    <a:pt x="6019" y="2046"/>
                    <a:pt x="6068" y="2145"/>
                    <a:pt x="6117" y="2243"/>
                  </a:cubicBezTo>
                  <a:cubicBezTo>
                    <a:pt x="8123" y="977"/>
                    <a:pt x="10434" y="315"/>
                    <a:pt x="12778" y="315"/>
                  </a:cubicBezTo>
                  <a:cubicBezTo>
                    <a:pt x="13584" y="315"/>
                    <a:pt x="14393" y="393"/>
                    <a:pt x="15195" y="551"/>
                  </a:cubicBezTo>
                  <a:cubicBezTo>
                    <a:pt x="15185" y="443"/>
                    <a:pt x="15165" y="335"/>
                    <a:pt x="15146" y="217"/>
                  </a:cubicBezTo>
                  <a:cubicBezTo>
                    <a:pt x="14359" y="69"/>
                    <a:pt x="13562" y="1"/>
                    <a:pt x="12766" y="1"/>
                  </a:cubicBezTo>
                  <a:close/>
                  <a:moveTo>
                    <a:pt x="20329" y="2479"/>
                  </a:moveTo>
                  <a:cubicBezTo>
                    <a:pt x="20220" y="2528"/>
                    <a:pt x="20112" y="2577"/>
                    <a:pt x="20014" y="2636"/>
                  </a:cubicBezTo>
                  <a:cubicBezTo>
                    <a:pt x="22699" y="4564"/>
                    <a:pt x="24518" y="7465"/>
                    <a:pt x="25069" y="10730"/>
                  </a:cubicBezTo>
                  <a:cubicBezTo>
                    <a:pt x="25177" y="10691"/>
                    <a:pt x="25275" y="10642"/>
                    <a:pt x="25374" y="10593"/>
                  </a:cubicBezTo>
                  <a:cubicBezTo>
                    <a:pt x="24794" y="7337"/>
                    <a:pt x="22994" y="4436"/>
                    <a:pt x="20329" y="2479"/>
                  </a:cubicBezTo>
                  <a:close/>
                  <a:moveTo>
                    <a:pt x="4170" y="3335"/>
                  </a:moveTo>
                  <a:cubicBezTo>
                    <a:pt x="2026" y="5272"/>
                    <a:pt x="610" y="7878"/>
                    <a:pt x="148" y="10721"/>
                  </a:cubicBezTo>
                  <a:cubicBezTo>
                    <a:pt x="256" y="10730"/>
                    <a:pt x="354" y="10740"/>
                    <a:pt x="462" y="10740"/>
                  </a:cubicBezTo>
                  <a:cubicBezTo>
                    <a:pt x="924" y="7977"/>
                    <a:pt x="2301" y="5449"/>
                    <a:pt x="4376" y="3571"/>
                  </a:cubicBezTo>
                  <a:cubicBezTo>
                    <a:pt x="4308" y="3482"/>
                    <a:pt x="4239" y="3403"/>
                    <a:pt x="4170" y="3335"/>
                  </a:cubicBezTo>
                  <a:close/>
                  <a:moveTo>
                    <a:pt x="25236" y="13130"/>
                  </a:moveTo>
                  <a:cubicBezTo>
                    <a:pt x="25167" y="15854"/>
                    <a:pt x="24194" y="18490"/>
                    <a:pt x="22482" y="20604"/>
                  </a:cubicBezTo>
                  <a:cubicBezTo>
                    <a:pt x="22551" y="20703"/>
                    <a:pt x="22610" y="20791"/>
                    <a:pt x="22669" y="20880"/>
                  </a:cubicBezTo>
                  <a:cubicBezTo>
                    <a:pt x="24459" y="18696"/>
                    <a:pt x="25472" y="15992"/>
                    <a:pt x="25551" y="13179"/>
                  </a:cubicBezTo>
                  <a:cubicBezTo>
                    <a:pt x="25443" y="13160"/>
                    <a:pt x="25344" y="13140"/>
                    <a:pt x="25236" y="13130"/>
                  </a:cubicBezTo>
                  <a:close/>
                  <a:moveTo>
                    <a:pt x="315" y="13563"/>
                  </a:moveTo>
                  <a:cubicBezTo>
                    <a:pt x="207" y="13582"/>
                    <a:pt x="108" y="13592"/>
                    <a:pt x="0" y="13612"/>
                  </a:cubicBezTo>
                  <a:cubicBezTo>
                    <a:pt x="236" y="17172"/>
                    <a:pt x="1937" y="20477"/>
                    <a:pt x="4711" y="22709"/>
                  </a:cubicBezTo>
                  <a:cubicBezTo>
                    <a:pt x="4809" y="22660"/>
                    <a:pt x="4898" y="22591"/>
                    <a:pt x="4976" y="22522"/>
                  </a:cubicBezTo>
                  <a:cubicBezTo>
                    <a:pt x="2223" y="20319"/>
                    <a:pt x="531" y="17074"/>
                    <a:pt x="315" y="13563"/>
                  </a:cubicBezTo>
                  <a:close/>
                  <a:moveTo>
                    <a:pt x="20299" y="22719"/>
                  </a:moveTo>
                  <a:cubicBezTo>
                    <a:pt x="18147" y="24362"/>
                    <a:pt x="15519" y="25256"/>
                    <a:pt x="12810" y="25256"/>
                  </a:cubicBezTo>
                  <a:cubicBezTo>
                    <a:pt x="12795" y="25256"/>
                    <a:pt x="12780" y="25256"/>
                    <a:pt x="12766" y="25256"/>
                  </a:cubicBezTo>
                  <a:cubicBezTo>
                    <a:pt x="11959" y="25256"/>
                    <a:pt x="11143" y="25178"/>
                    <a:pt x="10346" y="25030"/>
                  </a:cubicBezTo>
                  <a:cubicBezTo>
                    <a:pt x="10327" y="25128"/>
                    <a:pt x="10317" y="25237"/>
                    <a:pt x="10307" y="25345"/>
                  </a:cubicBezTo>
                  <a:cubicBezTo>
                    <a:pt x="11113" y="25502"/>
                    <a:pt x="11939" y="25581"/>
                    <a:pt x="12766" y="25581"/>
                  </a:cubicBezTo>
                  <a:cubicBezTo>
                    <a:pt x="15539" y="25581"/>
                    <a:pt x="18234" y="24686"/>
                    <a:pt x="20437" y="23014"/>
                  </a:cubicBezTo>
                  <a:cubicBezTo>
                    <a:pt x="20397" y="22916"/>
                    <a:pt x="20348" y="22827"/>
                    <a:pt x="20309" y="22729"/>
                  </a:cubicBezTo>
                  <a:lnTo>
                    <a:pt x="20299" y="22719"/>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IN" smtClean="0"/>
              <a:pPr/>
              <a:t>‹#›</a:t>
            </a:fld>
            <a:endParaRPr lang="en-IN"/>
          </a:p>
        </p:txBody>
      </p:sp>
      <p:pic>
        <p:nvPicPr>
          <p:cNvPr id="32" name="Google Shape;32;p10"/>
          <p:cNvPicPr preferRelativeResize="0"/>
          <p:nvPr/>
        </p:nvPicPr>
        <p:blipFill rotWithShape="1">
          <a:blip r:embed="rId2">
            <a:alphaModFix/>
          </a:blip>
          <a:srcRect/>
          <a:stretch/>
        </p:blipFill>
        <p:spPr>
          <a:xfrm>
            <a:off x="6610674" y="4638738"/>
            <a:ext cx="2419048" cy="504762"/>
          </a:xfrm>
          <a:prstGeom prst="rect">
            <a:avLst/>
          </a:prstGeom>
          <a:noFill/>
          <a:ln>
            <a:noFill/>
          </a:ln>
        </p:spPr>
      </p:pic>
    </p:spTree>
    <p:extLst>
      <p:ext uri="{BB962C8B-B14F-4D97-AF65-F5344CB8AC3E}">
        <p14:creationId xmlns:p14="http://schemas.microsoft.com/office/powerpoint/2010/main" val="71062183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no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lnSpc>
                <a:spcPct val="115000"/>
              </a:lnSpc>
              <a:spcBef>
                <a:spcPts val="0"/>
              </a:spcBef>
              <a:spcAft>
                <a:spcPts val="0"/>
              </a:spcAft>
              <a:buClr>
                <a:schemeClr val="dk1"/>
              </a:buClr>
              <a:buSzPts val="4000"/>
              <a:buFont typeface="Rajdhani"/>
              <a:buNone/>
              <a:defRPr sz="4000" b="1">
                <a:solidFill>
                  <a:schemeClr val="dk1"/>
                </a:solidFill>
                <a:latin typeface="Rajdhani"/>
                <a:ea typeface="Rajdhani"/>
                <a:cs typeface="Rajdhani"/>
                <a:sym typeface="Rajdhani"/>
              </a:defRPr>
            </a:lvl1pPr>
            <a:lvl2pPr lvl="1" rtl="0">
              <a:lnSpc>
                <a:spcPct val="115000"/>
              </a:lnSpc>
              <a:spcBef>
                <a:spcPts val="0"/>
              </a:spcBef>
              <a:spcAft>
                <a:spcPts val="0"/>
              </a:spcAft>
              <a:buClr>
                <a:schemeClr val="dk1"/>
              </a:buClr>
              <a:buSzPts val="4000"/>
              <a:buFont typeface="Rajdhani"/>
              <a:buNone/>
              <a:defRPr sz="4000" b="1">
                <a:solidFill>
                  <a:schemeClr val="dk1"/>
                </a:solidFill>
                <a:latin typeface="Rajdhani"/>
                <a:ea typeface="Rajdhani"/>
                <a:cs typeface="Rajdhani"/>
                <a:sym typeface="Rajdhani"/>
              </a:defRPr>
            </a:lvl2pPr>
            <a:lvl3pPr lvl="2" rtl="0">
              <a:lnSpc>
                <a:spcPct val="115000"/>
              </a:lnSpc>
              <a:spcBef>
                <a:spcPts val="0"/>
              </a:spcBef>
              <a:spcAft>
                <a:spcPts val="0"/>
              </a:spcAft>
              <a:buClr>
                <a:schemeClr val="dk1"/>
              </a:buClr>
              <a:buSzPts val="4000"/>
              <a:buFont typeface="Rajdhani"/>
              <a:buNone/>
              <a:defRPr sz="4000" b="1">
                <a:solidFill>
                  <a:schemeClr val="dk1"/>
                </a:solidFill>
                <a:latin typeface="Rajdhani"/>
                <a:ea typeface="Rajdhani"/>
                <a:cs typeface="Rajdhani"/>
                <a:sym typeface="Rajdhani"/>
              </a:defRPr>
            </a:lvl3pPr>
            <a:lvl4pPr lvl="3" rtl="0">
              <a:lnSpc>
                <a:spcPct val="115000"/>
              </a:lnSpc>
              <a:spcBef>
                <a:spcPts val="0"/>
              </a:spcBef>
              <a:spcAft>
                <a:spcPts val="0"/>
              </a:spcAft>
              <a:buClr>
                <a:schemeClr val="dk1"/>
              </a:buClr>
              <a:buSzPts val="4000"/>
              <a:buFont typeface="Rajdhani"/>
              <a:buNone/>
              <a:defRPr sz="4000" b="1">
                <a:solidFill>
                  <a:schemeClr val="dk1"/>
                </a:solidFill>
                <a:latin typeface="Rajdhani"/>
                <a:ea typeface="Rajdhani"/>
                <a:cs typeface="Rajdhani"/>
                <a:sym typeface="Rajdhani"/>
              </a:defRPr>
            </a:lvl4pPr>
            <a:lvl5pPr lvl="4" rtl="0">
              <a:lnSpc>
                <a:spcPct val="115000"/>
              </a:lnSpc>
              <a:spcBef>
                <a:spcPts val="0"/>
              </a:spcBef>
              <a:spcAft>
                <a:spcPts val="0"/>
              </a:spcAft>
              <a:buClr>
                <a:schemeClr val="dk1"/>
              </a:buClr>
              <a:buSzPts val="4000"/>
              <a:buFont typeface="Rajdhani"/>
              <a:buNone/>
              <a:defRPr sz="4000" b="1">
                <a:solidFill>
                  <a:schemeClr val="dk1"/>
                </a:solidFill>
                <a:latin typeface="Rajdhani"/>
                <a:ea typeface="Rajdhani"/>
                <a:cs typeface="Rajdhani"/>
                <a:sym typeface="Rajdhani"/>
              </a:defRPr>
            </a:lvl5pPr>
            <a:lvl6pPr lvl="5" rtl="0">
              <a:lnSpc>
                <a:spcPct val="115000"/>
              </a:lnSpc>
              <a:spcBef>
                <a:spcPts val="0"/>
              </a:spcBef>
              <a:spcAft>
                <a:spcPts val="0"/>
              </a:spcAft>
              <a:buClr>
                <a:schemeClr val="dk1"/>
              </a:buClr>
              <a:buSzPts val="4000"/>
              <a:buFont typeface="Rajdhani"/>
              <a:buNone/>
              <a:defRPr sz="4000" b="1">
                <a:solidFill>
                  <a:schemeClr val="dk1"/>
                </a:solidFill>
                <a:latin typeface="Rajdhani"/>
                <a:ea typeface="Rajdhani"/>
                <a:cs typeface="Rajdhani"/>
                <a:sym typeface="Rajdhani"/>
              </a:defRPr>
            </a:lvl6pPr>
            <a:lvl7pPr lvl="6" rtl="0">
              <a:lnSpc>
                <a:spcPct val="115000"/>
              </a:lnSpc>
              <a:spcBef>
                <a:spcPts val="0"/>
              </a:spcBef>
              <a:spcAft>
                <a:spcPts val="0"/>
              </a:spcAft>
              <a:buClr>
                <a:schemeClr val="dk1"/>
              </a:buClr>
              <a:buSzPts val="4000"/>
              <a:buFont typeface="Rajdhani"/>
              <a:buNone/>
              <a:defRPr sz="4000" b="1">
                <a:solidFill>
                  <a:schemeClr val="dk1"/>
                </a:solidFill>
                <a:latin typeface="Rajdhani"/>
                <a:ea typeface="Rajdhani"/>
                <a:cs typeface="Rajdhani"/>
                <a:sym typeface="Rajdhani"/>
              </a:defRPr>
            </a:lvl7pPr>
            <a:lvl8pPr lvl="7" rtl="0">
              <a:lnSpc>
                <a:spcPct val="115000"/>
              </a:lnSpc>
              <a:spcBef>
                <a:spcPts val="0"/>
              </a:spcBef>
              <a:spcAft>
                <a:spcPts val="0"/>
              </a:spcAft>
              <a:buClr>
                <a:schemeClr val="dk1"/>
              </a:buClr>
              <a:buSzPts val="4000"/>
              <a:buFont typeface="Rajdhani"/>
              <a:buNone/>
              <a:defRPr sz="4000" b="1">
                <a:solidFill>
                  <a:schemeClr val="dk1"/>
                </a:solidFill>
                <a:latin typeface="Rajdhani"/>
                <a:ea typeface="Rajdhani"/>
                <a:cs typeface="Rajdhani"/>
                <a:sym typeface="Rajdhani"/>
              </a:defRPr>
            </a:lvl8pPr>
            <a:lvl9pPr lvl="8" rtl="0">
              <a:lnSpc>
                <a:spcPct val="115000"/>
              </a:lnSpc>
              <a:spcBef>
                <a:spcPts val="0"/>
              </a:spcBef>
              <a:spcAft>
                <a:spcPts val="0"/>
              </a:spcAft>
              <a:buClr>
                <a:schemeClr val="dk1"/>
              </a:buClr>
              <a:buSzPts val="4000"/>
              <a:buFont typeface="Rajdhani"/>
              <a:buNone/>
              <a:defRPr sz="4000" b="1">
                <a:solidFill>
                  <a:schemeClr val="dk1"/>
                </a:solidFill>
                <a:latin typeface="Rajdhani"/>
                <a:ea typeface="Rajdhani"/>
                <a:cs typeface="Rajdhani"/>
                <a:sym typeface="Rajdhani"/>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lt2"/>
              </a:buClr>
              <a:buSzPts val="1200"/>
              <a:buChar char="●"/>
              <a:defRPr sz="1200">
                <a:solidFill>
                  <a:schemeClr val="lt2"/>
                </a:solidFill>
              </a:defRPr>
            </a:lvl1pPr>
            <a:lvl2pPr marL="914400" lvl="1" indent="-304800">
              <a:lnSpc>
                <a:spcPct val="100000"/>
              </a:lnSpc>
              <a:spcBef>
                <a:spcPts val="1600"/>
              </a:spcBef>
              <a:spcAft>
                <a:spcPts val="0"/>
              </a:spcAft>
              <a:buClr>
                <a:schemeClr val="lt2"/>
              </a:buClr>
              <a:buSzPts val="1200"/>
              <a:buFont typeface="Fira Sans"/>
              <a:buChar char="○"/>
              <a:defRPr sz="1200">
                <a:solidFill>
                  <a:schemeClr val="lt2"/>
                </a:solidFill>
                <a:latin typeface="Fira Sans"/>
                <a:ea typeface="Fira Sans"/>
                <a:cs typeface="Fira Sans"/>
                <a:sym typeface="Fira Sans"/>
              </a:defRPr>
            </a:lvl2pPr>
            <a:lvl3pPr marL="1371600" lvl="2" indent="-304800">
              <a:lnSpc>
                <a:spcPct val="100000"/>
              </a:lnSpc>
              <a:spcBef>
                <a:spcPts val="1600"/>
              </a:spcBef>
              <a:spcAft>
                <a:spcPts val="0"/>
              </a:spcAft>
              <a:buClr>
                <a:schemeClr val="lt2"/>
              </a:buClr>
              <a:buSzPts val="1200"/>
              <a:buChar char="■"/>
              <a:defRPr sz="1200">
                <a:solidFill>
                  <a:schemeClr val="lt2"/>
                </a:solidFill>
              </a:defRPr>
            </a:lvl3pPr>
            <a:lvl4pPr marL="1828800" lvl="3" indent="-304800">
              <a:lnSpc>
                <a:spcPct val="100000"/>
              </a:lnSpc>
              <a:spcBef>
                <a:spcPts val="1600"/>
              </a:spcBef>
              <a:spcAft>
                <a:spcPts val="0"/>
              </a:spcAft>
              <a:buClr>
                <a:schemeClr val="lt2"/>
              </a:buClr>
              <a:buSzPts val="1200"/>
              <a:buChar char="●"/>
              <a:defRPr sz="1200">
                <a:solidFill>
                  <a:schemeClr val="lt2"/>
                </a:solidFill>
              </a:defRPr>
            </a:lvl4pPr>
            <a:lvl5pPr marL="2286000" lvl="4" indent="-304800">
              <a:lnSpc>
                <a:spcPct val="100000"/>
              </a:lnSpc>
              <a:spcBef>
                <a:spcPts val="1600"/>
              </a:spcBef>
              <a:spcAft>
                <a:spcPts val="0"/>
              </a:spcAft>
              <a:buClr>
                <a:schemeClr val="lt2"/>
              </a:buClr>
              <a:buSzPts val="1200"/>
              <a:buChar char="○"/>
              <a:defRPr sz="1200">
                <a:solidFill>
                  <a:schemeClr val="lt2"/>
                </a:solidFill>
              </a:defRPr>
            </a:lvl5pPr>
            <a:lvl6pPr marL="2743200" lvl="5" indent="-304800">
              <a:lnSpc>
                <a:spcPct val="100000"/>
              </a:lnSpc>
              <a:spcBef>
                <a:spcPts val="1600"/>
              </a:spcBef>
              <a:spcAft>
                <a:spcPts val="0"/>
              </a:spcAft>
              <a:buClr>
                <a:schemeClr val="lt2"/>
              </a:buClr>
              <a:buSzPts val="1200"/>
              <a:buChar char="■"/>
              <a:defRPr sz="1200">
                <a:solidFill>
                  <a:schemeClr val="lt2"/>
                </a:solidFill>
              </a:defRPr>
            </a:lvl6pPr>
            <a:lvl7pPr marL="3200400" lvl="6" indent="-304800">
              <a:lnSpc>
                <a:spcPct val="100000"/>
              </a:lnSpc>
              <a:spcBef>
                <a:spcPts val="1600"/>
              </a:spcBef>
              <a:spcAft>
                <a:spcPts val="0"/>
              </a:spcAft>
              <a:buClr>
                <a:schemeClr val="lt2"/>
              </a:buClr>
              <a:buSzPts val="1200"/>
              <a:buChar char="●"/>
              <a:defRPr sz="1200">
                <a:solidFill>
                  <a:schemeClr val="lt2"/>
                </a:solidFill>
              </a:defRPr>
            </a:lvl7pPr>
            <a:lvl8pPr marL="3657600" lvl="7" indent="-304800">
              <a:lnSpc>
                <a:spcPct val="100000"/>
              </a:lnSpc>
              <a:spcBef>
                <a:spcPts val="1600"/>
              </a:spcBef>
              <a:spcAft>
                <a:spcPts val="0"/>
              </a:spcAft>
              <a:buClr>
                <a:schemeClr val="lt2"/>
              </a:buClr>
              <a:buSzPts val="1200"/>
              <a:buChar char="○"/>
              <a:defRPr sz="1200">
                <a:solidFill>
                  <a:schemeClr val="lt2"/>
                </a:solidFill>
              </a:defRPr>
            </a:lvl8pPr>
            <a:lvl9pPr marL="4114800" lvl="8" indent="-304800">
              <a:lnSpc>
                <a:spcPct val="100000"/>
              </a:lnSpc>
              <a:spcBef>
                <a:spcPts val="1600"/>
              </a:spcBef>
              <a:spcAft>
                <a:spcPts val="1600"/>
              </a:spcAft>
              <a:buClr>
                <a:schemeClr val="lt2"/>
              </a:buClr>
              <a:buSzPts val="1200"/>
              <a:buChar char="■"/>
              <a:defRPr sz="1200">
                <a:solidFill>
                  <a:schemeClr val="lt2"/>
                </a:solidFill>
              </a:defRPr>
            </a:lvl9pPr>
          </a:lstStyle>
          <a:p>
            <a:endParaRPr/>
          </a:p>
        </p:txBody>
      </p:sp>
    </p:spTree>
  </p:cSld>
  <p:clrMap bg1="lt1" tx1="dk1" bg2="dk2" tx2="lt2" accent1="accent1" accent2="accent2" accent3="accent3" accent4="accent4" accent5="accent5" accent6="accent6" hlink="hlink" folHlink="folHlink"/>
  <p:sldLayoutIdLst>
    <p:sldLayoutId id="2147483652" r:id="rId1"/>
    <p:sldLayoutId id="2147483656" r:id="rId2"/>
    <p:sldLayoutId id="2147483668" r:id="rId3"/>
    <p:sldLayoutId id="2147483673" r:id="rId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emf"/><Relationship Id="rId1" Type="http://schemas.openxmlformats.org/officeDocument/2006/relationships/slideLayout" Target="../slideLayouts/slideLayout4.xml"/><Relationship Id="rId4" Type="http://schemas.openxmlformats.org/officeDocument/2006/relationships/hyperlink" Target="https://www.flickr.com/photos/shmectorcom/8594230965/"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emf"/><Relationship Id="rId1" Type="http://schemas.openxmlformats.org/officeDocument/2006/relationships/slideLayout" Target="../slideLayouts/slideLayout4.xml"/><Relationship Id="rId4" Type="http://schemas.openxmlformats.org/officeDocument/2006/relationships/hyperlink" Target="https://www.flickr.com/photos/shmectorcom/8594230965/"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emf"/><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emf"/><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emf"/><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0" y="0"/>
            <a:ext cx="9144889" cy="5143500"/>
          </a:xfrm>
          <a:prstGeom prst="rect">
            <a:avLst/>
          </a:prstGeom>
          <a:noFill/>
          <a:ln>
            <a:noFill/>
          </a:ln>
        </p:spPr>
      </p:pic>
      <p:sp>
        <p:nvSpPr>
          <p:cNvPr id="3" name="TextBox 2">
            <a:extLst>
              <a:ext uri="{FF2B5EF4-FFF2-40B4-BE49-F238E27FC236}">
                <a16:creationId xmlns:a16="http://schemas.microsoft.com/office/drawing/2014/main" id="{AC760B08-623E-CEAB-9C12-E44FB91614D1}"/>
              </a:ext>
            </a:extLst>
          </p:cNvPr>
          <p:cNvSpPr txBox="1"/>
          <p:nvPr/>
        </p:nvSpPr>
        <p:spPr>
          <a:xfrm>
            <a:off x="126380" y="2690696"/>
            <a:ext cx="8891239" cy="854080"/>
          </a:xfrm>
          <a:prstGeom prst="rect">
            <a:avLst/>
          </a:prstGeom>
          <a:noFill/>
        </p:spPr>
        <p:txBody>
          <a:bodyPr wrap="square" rtlCol="0">
            <a:spAutoFit/>
          </a:bodyPr>
          <a:lstStyle/>
          <a:p>
            <a:pPr algn="ctr"/>
            <a:r>
              <a:rPr lang="en-US" sz="4950" b="1" dirty="0">
                <a:latin typeface="Rajdhani" panose="020B0604020202020204" charset="0"/>
                <a:cs typeface="Rajdhani" panose="020B0604020202020204" charset="0"/>
              </a:rPr>
              <a:t>Movie Sales Analysis</a:t>
            </a:r>
          </a:p>
        </p:txBody>
      </p:sp>
      <p:sp>
        <p:nvSpPr>
          <p:cNvPr id="2" name="TextBox 1">
            <a:extLst>
              <a:ext uri="{FF2B5EF4-FFF2-40B4-BE49-F238E27FC236}">
                <a16:creationId xmlns:a16="http://schemas.microsoft.com/office/drawing/2014/main" id="{5D74F2C6-040E-486B-CBDC-A05B7E6F8A06}"/>
              </a:ext>
            </a:extLst>
          </p:cNvPr>
          <p:cNvSpPr txBox="1"/>
          <p:nvPr/>
        </p:nvSpPr>
        <p:spPr>
          <a:xfrm>
            <a:off x="6222381" y="3972819"/>
            <a:ext cx="1938831" cy="954107"/>
          </a:xfrm>
          <a:prstGeom prst="rect">
            <a:avLst/>
          </a:prstGeom>
          <a:noFill/>
        </p:spPr>
        <p:txBody>
          <a:bodyPr wrap="square" rtlCol="0">
            <a:spAutoFit/>
          </a:bodyPr>
          <a:lstStyle/>
          <a:p>
            <a:pPr algn="ctr"/>
            <a:r>
              <a:rPr lang="en-IN" b="1" dirty="0">
                <a:solidFill>
                  <a:srgbClr val="FF0000"/>
                </a:solidFill>
                <a:latin typeface="Goldman"/>
              </a:rPr>
              <a:t>Presented By</a:t>
            </a:r>
          </a:p>
          <a:p>
            <a:pPr algn="ctr"/>
            <a:r>
              <a:rPr lang="en-IN" b="1" dirty="0">
                <a:latin typeface="Goldman"/>
              </a:rPr>
              <a:t>A. Sagar</a:t>
            </a:r>
          </a:p>
          <a:p>
            <a:pPr algn="ctr"/>
            <a:r>
              <a:rPr lang="en-IN" b="1" dirty="0">
                <a:latin typeface="Goldman"/>
              </a:rPr>
              <a:t>V. Yashwanth</a:t>
            </a:r>
          </a:p>
          <a:p>
            <a:pPr algn="ctr"/>
            <a:r>
              <a:rPr lang="en-IN" b="1" dirty="0">
                <a:latin typeface="Goldman"/>
              </a:rPr>
              <a:t>435 Batch </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07C30-3FF6-E7D7-188F-B8A0526BAC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1A172F-9572-F0AE-AAD7-9E02016BD0BE}"/>
              </a:ext>
            </a:extLst>
          </p:cNvPr>
          <p:cNvSpPr>
            <a:spLocks noGrp="1"/>
          </p:cNvSpPr>
          <p:nvPr>
            <p:ph type="title"/>
          </p:nvPr>
        </p:nvSpPr>
        <p:spPr/>
        <p:txBody>
          <a:bodyPr>
            <a:normAutofit/>
          </a:bodyPr>
          <a:lstStyle/>
          <a:p>
            <a:r>
              <a:rPr lang="en-IN" sz="3200" b="1" dirty="0">
                <a:solidFill>
                  <a:srgbClr val="FF0000"/>
                </a:solidFill>
                <a:latin typeface="Rajdhani" panose="020B0604020202020204" charset="0"/>
                <a:cs typeface="Rajdhani" panose="020B0604020202020204" charset="0"/>
              </a:rPr>
              <a:t>Agenda :</a:t>
            </a:r>
            <a:endParaRPr lang="en-IN" sz="3200" dirty="0">
              <a:solidFill>
                <a:srgbClr val="FF0000"/>
              </a:solidFill>
              <a:latin typeface="Rajdhani" panose="020B0604020202020204" charset="0"/>
              <a:cs typeface="Rajdhani" panose="020B0604020202020204" charset="0"/>
            </a:endParaRPr>
          </a:p>
        </p:txBody>
      </p:sp>
      <p:pic>
        <p:nvPicPr>
          <p:cNvPr id="6" name="Picture 5">
            <a:extLst>
              <a:ext uri="{FF2B5EF4-FFF2-40B4-BE49-F238E27FC236}">
                <a16:creationId xmlns:a16="http://schemas.microsoft.com/office/drawing/2014/main" id="{9ED6FA33-878C-703C-ABA6-EC363183679C}"/>
              </a:ext>
            </a:extLst>
          </p:cNvPr>
          <p:cNvPicPr>
            <a:picLocks noChangeAspect="1"/>
          </p:cNvPicPr>
          <p:nvPr/>
        </p:nvPicPr>
        <p:blipFill>
          <a:blip r:embed="rId2"/>
          <a:stretch>
            <a:fillRect/>
          </a:stretch>
        </p:blipFill>
        <p:spPr>
          <a:xfrm>
            <a:off x="6351373" y="4695568"/>
            <a:ext cx="2681416" cy="333980"/>
          </a:xfrm>
          <a:prstGeom prst="rect">
            <a:avLst/>
          </a:prstGeom>
        </p:spPr>
      </p:pic>
      <p:sp>
        <p:nvSpPr>
          <p:cNvPr id="5" name="TextBox 4">
            <a:extLst>
              <a:ext uri="{FF2B5EF4-FFF2-40B4-BE49-F238E27FC236}">
                <a16:creationId xmlns:a16="http://schemas.microsoft.com/office/drawing/2014/main" id="{705E0501-00A5-D091-38E3-B13BA37808BE}"/>
              </a:ext>
            </a:extLst>
          </p:cNvPr>
          <p:cNvSpPr txBox="1"/>
          <p:nvPr/>
        </p:nvSpPr>
        <p:spPr>
          <a:xfrm>
            <a:off x="1425946" y="810160"/>
            <a:ext cx="5931243" cy="4247317"/>
          </a:xfrm>
          <a:prstGeom prst="rect">
            <a:avLst/>
          </a:prstGeom>
          <a:noFill/>
        </p:spPr>
        <p:txBody>
          <a:bodyPr wrap="square" rtlCol="0">
            <a:spAutoFit/>
          </a:bodyPr>
          <a:lstStyle/>
          <a:p>
            <a:endParaRPr lang="en-IN" sz="1800" dirty="0">
              <a:latin typeface="Consolas" panose="020B0609020204030204" pitchFamily="49" charset="0"/>
            </a:endParaRPr>
          </a:p>
          <a:p>
            <a:pPr marL="214313" indent="-214313">
              <a:buFont typeface="Wingdings" panose="05000000000000000000" pitchFamily="2" charset="2"/>
              <a:buChar char="q"/>
            </a:pPr>
            <a:r>
              <a:rPr lang="en-IN" sz="1800" dirty="0">
                <a:latin typeface="Consolas" panose="020B0609020204030204" pitchFamily="49" charset="0"/>
              </a:rPr>
              <a:t> Business Problem</a:t>
            </a:r>
          </a:p>
          <a:p>
            <a:pPr marL="214313" indent="-214313">
              <a:buFont typeface="Wingdings" panose="05000000000000000000" pitchFamily="2" charset="2"/>
              <a:buChar char="q"/>
            </a:pPr>
            <a:endParaRPr lang="en-IN" sz="1800" dirty="0">
              <a:latin typeface="Consolas" panose="020B0609020204030204" pitchFamily="49" charset="0"/>
            </a:endParaRPr>
          </a:p>
          <a:p>
            <a:pPr marL="214313" indent="-214313">
              <a:buFont typeface="Wingdings" panose="05000000000000000000" pitchFamily="2" charset="2"/>
              <a:buChar char="q"/>
            </a:pPr>
            <a:r>
              <a:rPr lang="en-IN" sz="1800" dirty="0">
                <a:latin typeface="Consolas" panose="020B0609020204030204" pitchFamily="49" charset="0"/>
              </a:rPr>
              <a:t> Objective</a:t>
            </a:r>
          </a:p>
          <a:p>
            <a:endParaRPr lang="en-IN" sz="1800" dirty="0">
              <a:latin typeface="Consolas" panose="020B0609020204030204" pitchFamily="49" charset="0"/>
            </a:endParaRPr>
          </a:p>
          <a:p>
            <a:pPr marL="214313" indent="-214313">
              <a:buFont typeface="Wingdings" panose="05000000000000000000" pitchFamily="2" charset="2"/>
              <a:buChar char="q"/>
            </a:pPr>
            <a:r>
              <a:rPr lang="en-IN" sz="1800" dirty="0">
                <a:latin typeface="Consolas" panose="020B0609020204030204" pitchFamily="49" charset="0"/>
              </a:rPr>
              <a:t> Summary of the Data</a:t>
            </a:r>
          </a:p>
          <a:p>
            <a:pPr marL="214313" indent="-214313">
              <a:buFont typeface="Wingdings" panose="05000000000000000000" pitchFamily="2" charset="2"/>
              <a:buChar char="q"/>
            </a:pPr>
            <a:endParaRPr lang="en-IN" sz="1800" dirty="0">
              <a:latin typeface="Consolas" panose="020B0609020204030204" pitchFamily="49" charset="0"/>
            </a:endParaRPr>
          </a:p>
          <a:p>
            <a:pPr marL="214313" indent="-214313">
              <a:buFont typeface="Wingdings" panose="05000000000000000000" pitchFamily="2" charset="2"/>
              <a:buChar char="q"/>
            </a:pPr>
            <a:r>
              <a:rPr lang="en-IN" sz="1800" dirty="0">
                <a:latin typeface="Consolas" panose="020B0609020204030204" pitchFamily="49" charset="0"/>
              </a:rPr>
              <a:t> Data Preparing </a:t>
            </a:r>
          </a:p>
          <a:p>
            <a:endParaRPr lang="en-IN" sz="1800" dirty="0">
              <a:latin typeface="Consolas" panose="020B0609020204030204" pitchFamily="49" charset="0"/>
            </a:endParaRPr>
          </a:p>
          <a:p>
            <a:pPr marL="214313" indent="-214313">
              <a:buFont typeface="Wingdings" panose="05000000000000000000" pitchFamily="2" charset="2"/>
              <a:buChar char="q"/>
            </a:pPr>
            <a:r>
              <a:rPr lang="en-IN" sz="1800" dirty="0">
                <a:latin typeface="Consolas" panose="020B0609020204030204" pitchFamily="49" charset="0"/>
              </a:rPr>
              <a:t> Data Visualizations</a:t>
            </a:r>
          </a:p>
          <a:p>
            <a:pPr marL="214313" indent="-214313">
              <a:buFont typeface="Wingdings" panose="05000000000000000000" pitchFamily="2" charset="2"/>
              <a:buChar char="q"/>
            </a:pPr>
            <a:endParaRPr lang="en-IN" sz="1800" dirty="0">
              <a:latin typeface="Consolas" panose="020B0609020204030204" pitchFamily="49" charset="0"/>
            </a:endParaRPr>
          </a:p>
          <a:p>
            <a:pPr marL="214313" indent="-214313">
              <a:buFont typeface="Wingdings" panose="05000000000000000000" pitchFamily="2" charset="2"/>
              <a:buChar char="q"/>
            </a:pPr>
            <a:r>
              <a:rPr lang="en-IN" sz="1800" dirty="0">
                <a:latin typeface="Consolas" panose="020B0609020204030204" pitchFamily="49" charset="0"/>
              </a:rPr>
              <a:t> Key Insights</a:t>
            </a:r>
          </a:p>
          <a:p>
            <a:endParaRPr lang="en-IN" sz="1800" dirty="0">
              <a:latin typeface="Consolas" panose="020B0609020204030204" pitchFamily="49" charset="0"/>
            </a:endParaRPr>
          </a:p>
          <a:p>
            <a:pPr marL="214313" indent="-214313">
              <a:buFont typeface="Wingdings" panose="05000000000000000000" pitchFamily="2" charset="2"/>
              <a:buChar char="q"/>
            </a:pPr>
            <a:r>
              <a:rPr lang="en-IN" sz="1800" dirty="0">
                <a:latin typeface="Consolas" panose="020B0609020204030204" pitchFamily="49" charset="0"/>
              </a:rPr>
              <a:t> Conclusion</a:t>
            </a:r>
          </a:p>
          <a:p>
            <a:endParaRPr lang="en-IN" sz="1800" dirty="0">
              <a:latin typeface="Consolas" panose="020B0609020204030204" pitchFamily="49" charset="0"/>
            </a:endParaRPr>
          </a:p>
        </p:txBody>
      </p:sp>
      <p:grpSp>
        <p:nvGrpSpPr>
          <p:cNvPr id="522" name="Google Shape;522;p27"/>
          <p:cNvGrpSpPr/>
          <p:nvPr/>
        </p:nvGrpSpPr>
        <p:grpSpPr>
          <a:xfrm>
            <a:off x="5099825" y="810160"/>
            <a:ext cx="3766100" cy="3595476"/>
            <a:chOff x="5547025" y="1155975"/>
            <a:chExt cx="2881864" cy="2716048"/>
          </a:xfrm>
        </p:grpSpPr>
        <p:sp>
          <p:nvSpPr>
            <p:cNvPr id="523" name="Google Shape;523;p27"/>
            <p:cNvSpPr/>
            <p:nvPr/>
          </p:nvSpPr>
          <p:spPr>
            <a:xfrm>
              <a:off x="5547025" y="1155975"/>
              <a:ext cx="2881864" cy="2716048"/>
            </a:xfrm>
            <a:custGeom>
              <a:avLst/>
              <a:gdLst/>
              <a:ahLst/>
              <a:cxnLst/>
              <a:rect l="l" t="t" r="r" b="b"/>
              <a:pathLst>
                <a:path w="58970" h="55577" extrusionOk="0">
                  <a:moveTo>
                    <a:pt x="12396" y="1"/>
                  </a:moveTo>
                  <a:cubicBezTo>
                    <a:pt x="11278" y="1"/>
                    <a:pt x="10211" y="462"/>
                    <a:pt x="9432" y="1260"/>
                  </a:cubicBezTo>
                  <a:cubicBezTo>
                    <a:pt x="8695" y="2017"/>
                    <a:pt x="8311" y="3049"/>
                    <a:pt x="8360" y="4102"/>
                  </a:cubicBezTo>
                  <a:lnTo>
                    <a:pt x="8567" y="8734"/>
                  </a:lnTo>
                  <a:cubicBezTo>
                    <a:pt x="8596" y="9472"/>
                    <a:pt x="8842" y="10180"/>
                    <a:pt x="9265" y="10789"/>
                  </a:cubicBezTo>
                  <a:cubicBezTo>
                    <a:pt x="9226" y="10839"/>
                    <a:pt x="9186" y="10888"/>
                    <a:pt x="9147" y="10937"/>
                  </a:cubicBezTo>
                  <a:lnTo>
                    <a:pt x="7731" y="10032"/>
                  </a:lnTo>
                  <a:cubicBezTo>
                    <a:pt x="7475" y="9875"/>
                    <a:pt x="7170" y="9786"/>
                    <a:pt x="6865" y="9786"/>
                  </a:cubicBezTo>
                  <a:lnTo>
                    <a:pt x="6767" y="9786"/>
                  </a:lnTo>
                  <a:lnTo>
                    <a:pt x="2115" y="10081"/>
                  </a:lnTo>
                  <a:cubicBezTo>
                    <a:pt x="1269" y="10140"/>
                    <a:pt x="610" y="10839"/>
                    <a:pt x="610" y="11684"/>
                  </a:cubicBezTo>
                  <a:lnTo>
                    <a:pt x="571" y="22129"/>
                  </a:lnTo>
                  <a:cubicBezTo>
                    <a:pt x="571" y="23024"/>
                    <a:pt x="1289" y="23742"/>
                    <a:pt x="2174" y="23742"/>
                  </a:cubicBezTo>
                  <a:lnTo>
                    <a:pt x="2233" y="23742"/>
                  </a:lnTo>
                  <a:lnTo>
                    <a:pt x="7288" y="23565"/>
                  </a:lnTo>
                  <a:cubicBezTo>
                    <a:pt x="7504" y="23555"/>
                    <a:pt x="7711" y="23506"/>
                    <a:pt x="7908" y="23417"/>
                  </a:cubicBezTo>
                  <a:lnTo>
                    <a:pt x="8980" y="22916"/>
                  </a:lnTo>
                  <a:cubicBezTo>
                    <a:pt x="9108" y="23103"/>
                    <a:pt x="9255" y="23289"/>
                    <a:pt x="9412" y="23466"/>
                  </a:cubicBezTo>
                  <a:lnTo>
                    <a:pt x="9422" y="23486"/>
                  </a:lnTo>
                  <a:cubicBezTo>
                    <a:pt x="9481" y="23545"/>
                    <a:pt x="9540" y="23604"/>
                    <a:pt x="9599" y="23663"/>
                  </a:cubicBezTo>
                  <a:cubicBezTo>
                    <a:pt x="9678" y="23742"/>
                    <a:pt x="9757" y="23811"/>
                    <a:pt x="9845" y="23879"/>
                  </a:cubicBezTo>
                  <a:lnTo>
                    <a:pt x="9393" y="26476"/>
                  </a:lnTo>
                  <a:cubicBezTo>
                    <a:pt x="8821" y="26314"/>
                    <a:pt x="8250" y="26238"/>
                    <a:pt x="7692" y="26238"/>
                  </a:cubicBezTo>
                  <a:cubicBezTo>
                    <a:pt x="4377" y="26238"/>
                    <a:pt x="1495" y="28929"/>
                    <a:pt x="1495" y="32455"/>
                  </a:cubicBezTo>
                  <a:cubicBezTo>
                    <a:pt x="1495" y="32927"/>
                    <a:pt x="1554" y="33390"/>
                    <a:pt x="1663" y="33852"/>
                  </a:cubicBezTo>
                  <a:cubicBezTo>
                    <a:pt x="335" y="36497"/>
                    <a:pt x="1" y="39645"/>
                    <a:pt x="748" y="42624"/>
                  </a:cubicBezTo>
                  <a:cubicBezTo>
                    <a:pt x="1623" y="46057"/>
                    <a:pt x="3944" y="49253"/>
                    <a:pt x="7121" y="51397"/>
                  </a:cubicBezTo>
                  <a:cubicBezTo>
                    <a:pt x="8862" y="52597"/>
                    <a:pt x="10838" y="53423"/>
                    <a:pt x="12914" y="53826"/>
                  </a:cubicBezTo>
                  <a:cubicBezTo>
                    <a:pt x="12835" y="54770"/>
                    <a:pt x="13573" y="55577"/>
                    <a:pt x="14517" y="55577"/>
                  </a:cubicBezTo>
                  <a:lnTo>
                    <a:pt x="37432" y="55577"/>
                  </a:lnTo>
                  <a:cubicBezTo>
                    <a:pt x="38140" y="55577"/>
                    <a:pt x="38769" y="55105"/>
                    <a:pt x="38976" y="54426"/>
                  </a:cubicBezTo>
                  <a:lnTo>
                    <a:pt x="40205" y="50217"/>
                  </a:lnTo>
                  <a:cubicBezTo>
                    <a:pt x="41612" y="50187"/>
                    <a:pt x="43008" y="50010"/>
                    <a:pt x="44385" y="49676"/>
                  </a:cubicBezTo>
                  <a:cubicBezTo>
                    <a:pt x="46047" y="49273"/>
                    <a:pt x="47640" y="48604"/>
                    <a:pt x="49096" y="47689"/>
                  </a:cubicBezTo>
                  <a:cubicBezTo>
                    <a:pt x="49616" y="47824"/>
                    <a:pt x="50143" y="47890"/>
                    <a:pt x="50664" y="47890"/>
                  </a:cubicBezTo>
                  <a:cubicBezTo>
                    <a:pt x="52501" y="47890"/>
                    <a:pt x="54276" y="47077"/>
                    <a:pt x="55479" y="45614"/>
                  </a:cubicBezTo>
                  <a:cubicBezTo>
                    <a:pt x="57023" y="43746"/>
                    <a:pt x="57328" y="41139"/>
                    <a:pt x="56265" y="38956"/>
                  </a:cubicBezTo>
                  <a:cubicBezTo>
                    <a:pt x="58114" y="34737"/>
                    <a:pt x="58970" y="29643"/>
                    <a:pt x="58596" y="24853"/>
                  </a:cubicBezTo>
                  <a:cubicBezTo>
                    <a:pt x="58154" y="19080"/>
                    <a:pt x="56275" y="13927"/>
                    <a:pt x="53148" y="9953"/>
                  </a:cubicBezTo>
                  <a:cubicBezTo>
                    <a:pt x="48702" y="4299"/>
                    <a:pt x="41828" y="925"/>
                    <a:pt x="34737" y="925"/>
                  </a:cubicBezTo>
                  <a:cubicBezTo>
                    <a:pt x="33095" y="925"/>
                    <a:pt x="31462" y="1102"/>
                    <a:pt x="29859" y="1456"/>
                  </a:cubicBezTo>
                  <a:cubicBezTo>
                    <a:pt x="29082" y="591"/>
                    <a:pt x="27971" y="99"/>
                    <a:pt x="26800" y="89"/>
                  </a:cubicBezTo>
                  <a:lnTo>
                    <a:pt x="13799" y="1"/>
                  </a:lnTo>
                  <a:lnTo>
                    <a:pt x="12432" y="1"/>
                  </a:lnTo>
                  <a:cubicBezTo>
                    <a:pt x="12420" y="1"/>
                    <a:pt x="12408" y="1"/>
                    <a:pt x="12396" y="1"/>
                  </a:cubicBezTo>
                  <a:close/>
                </a:path>
              </a:pathLst>
            </a:custGeom>
            <a:solidFill>
              <a:schemeClr val="accent6"/>
            </a:solidFill>
            <a:ln>
              <a:noFill/>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7"/>
            <p:cNvSpPr/>
            <p:nvPr/>
          </p:nvSpPr>
          <p:spPr>
            <a:xfrm>
              <a:off x="6396291" y="1282939"/>
              <a:ext cx="1954751" cy="2252125"/>
            </a:xfrm>
            <a:custGeom>
              <a:avLst/>
              <a:gdLst/>
              <a:ahLst/>
              <a:cxnLst/>
              <a:rect l="l" t="t" r="r" b="b"/>
              <a:pathLst>
                <a:path w="39999" h="46084" extrusionOk="0">
                  <a:moveTo>
                    <a:pt x="17318" y="0"/>
                  </a:moveTo>
                  <a:cubicBezTo>
                    <a:pt x="13852" y="0"/>
                    <a:pt x="10349" y="851"/>
                    <a:pt x="7111" y="2645"/>
                  </a:cubicBezTo>
                  <a:cubicBezTo>
                    <a:pt x="5380" y="3608"/>
                    <a:pt x="3767" y="4818"/>
                    <a:pt x="2568" y="6392"/>
                  </a:cubicBezTo>
                  <a:cubicBezTo>
                    <a:pt x="758" y="8762"/>
                    <a:pt x="1" y="11820"/>
                    <a:pt x="60" y="14800"/>
                  </a:cubicBezTo>
                  <a:cubicBezTo>
                    <a:pt x="99" y="16915"/>
                    <a:pt x="551" y="19069"/>
                    <a:pt x="1653" y="20878"/>
                  </a:cubicBezTo>
                  <a:cubicBezTo>
                    <a:pt x="4161" y="25009"/>
                    <a:pt x="9678" y="26868"/>
                    <a:pt x="11468" y="31362"/>
                  </a:cubicBezTo>
                  <a:cubicBezTo>
                    <a:pt x="12491" y="33919"/>
                    <a:pt x="12058" y="36850"/>
                    <a:pt x="12845" y="39495"/>
                  </a:cubicBezTo>
                  <a:cubicBezTo>
                    <a:pt x="13514" y="41728"/>
                    <a:pt x="15009" y="43626"/>
                    <a:pt x="17025" y="44796"/>
                  </a:cubicBezTo>
                  <a:cubicBezTo>
                    <a:pt x="18623" y="45719"/>
                    <a:pt x="20576" y="46084"/>
                    <a:pt x="22525" y="46084"/>
                  </a:cubicBezTo>
                  <a:cubicBezTo>
                    <a:pt x="23921" y="46084"/>
                    <a:pt x="25314" y="45897"/>
                    <a:pt x="26574" y="45593"/>
                  </a:cubicBezTo>
                  <a:cubicBezTo>
                    <a:pt x="30449" y="44659"/>
                    <a:pt x="33400" y="42279"/>
                    <a:pt x="35504" y="39181"/>
                  </a:cubicBezTo>
                  <a:cubicBezTo>
                    <a:pt x="38750" y="34421"/>
                    <a:pt x="39999" y="27949"/>
                    <a:pt x="39576" y="22442"/>
                  </a:cubicBezTo>
                  <a:cubicBezTo>
                    <a:pt x="39192" y="17387"/>
                    <a:pt x="37638" y="12450"/>
                    <a:pt x="34472" y="8418"/>
                  </a:cubicBezTo>
                  <a:cubicBezTo>
                    <a:pt x="30216" y="3006"/>
                    <a:pt x="23832" y="0"/>
                    <a:pt x="1731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7"/>
            <p:cNvSpPr/>
            <p:nvPr/>
          </p:nvSpPr>
          <p:spPr>
            <a:xfrm>
              <a:off x="5618180" y="2603945"/>
              <a:ext cx="1155433" cy="1118243"/>
            </a:xfrm>
            <a:custGeom>
              <a:avLst/>
              <a:gdLst/>
              <a:ahLst/>
              <a:cxnLst/>
              <a:rect l="l" t="t" r="r" b="b"/>
              <a:pathLst>
                <a:path w="23643" h="22882" extrusionOk="0">
                  <a:moveTo>
                    <a:pt x="9691" y="0"/>
                  </a:moveTo>
                  <a:cubicBezTo>
                    <a:pt x="7092" y="0"/>
                    <a:pt x="4588" y="960"/>
                    <a:pt x="2705" y="3289"/>
                  </a:cubicBezTo>
                  <a:cubicBezTo>
                    <a:pt x="620" y="5855"/>
                    <a:pt x="0" y="9465"/>
                    <a:pt x="807" y="12671"/>
                  </a:cubicBezTo>
                  <a:cubicBezTo>
                    <a:pt x="1623" y="15867"/>
                    <a:pt x="3777" y="18660"/>
                    <a:pt x="6521" y="20509"/>
                  </a:cubicBezTo>
                  <a:cubicBezTo>
                    <a:pt x="8615" y="21925"/>
                    <a:pt x="11074" y="22830"/>
                    <a:pt x="13592" y="22879"/>
                  </a:cubicBezTo>
                  <a:cubicBezTo>
                    <a:pt x="13660" y="22881"/>
                    <a:pt x="13729" y="22881"/>
                    <a:pt x="13797" y="22881"/>
                  </a:cubicBezTo>
                  <a:cubicBezTo>
                    <a:pt x="16249" y="22881"/>
                    <a:pt x="18726" y="22026"/>
                    <a:pt x="20515" y="20362"/>
                  </a:cubicBezTo>
                  <a:cubicBezTo>
                    <a:pt x="22620" y="18395"/>
                    <a:pt x="23643" y="15425"/>
                    <a:pt x="23456" y="12553"/>
                  </a:cubicBezTo>
                  <a:cubicBezTo>
                    <a:pt x="23269" y="9681"/>
                    <a:pt x="21951" y="6947"/>
                    <a:pt x="20014" y="4833"/>
                  </a:cubicBezTo>
                  <a:cubicBezTo>
                    <a:pt x="17450" y="2030"/>
                    <a:pt x="13470" y="0"/>
                    <a:pt x="96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7"/>
            <p:cNvSpPr/>
            <p:nvPr/>
          </p:nvSpPr>
          <p:spPr>
            <a:xfrm>
              <a:off x="7502712" y="1628939"/>
              <a:ext cx="450386" cy="450386"/>
            </a:xfrm>
            <a:custGeom>
              <a:avLst/>
              <a:gdLst/>
              <a:ahLst/>
              <a:cxnLst/>
              <a:rect l="l" t="t" r="r" b="b"/>
              <a:pathLst>
                <a:path w="9216" h="9216" extrusionOk="0">
                  <a:moveTo>
                    <a:pt x="4603" y="0"/>
                  </a:moveTo>
                  <a:cubicBezTo>
                    <a:pt x="2056" y="0"/>
                    <a:pt x="0" y="2065"/>
                    <a:pt x="0" y="4603"/>
                  </a:cubicBezTo>
                  <a:cubicBezTo>
                    <a:pt x="0" y="7150"/>
                    <a:pt x="2056" y="9215"/>
                    <a:pt x="4603" y="9215"/>
                  </a:cubicBezTo>
                  <a:cubicBezTo>
                    <a:pt x="7150" y="9215"/>
                    <a:pt x="9216" y="7150"/>
                    <a:pt x="9216" y="4603"/>
                  </a:cubicBezTo>
                  <a:cubicBezTo>
                    <a:pt x="9216" y="2065"/>
                    <a:pt x="7150" y="0"/>
                    <a:pt x="46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7"/>
            <p:cNvSpPr/>
            <p:nvPr/>
          </p:nvSpPr>
          <p:spPr>
            <a:xfrm>
              <a:off x="5696519" y="2520475"/>
              <a:ext cx="450386" cy="449897"/>
            </a:xfrm>
            <a:custGeom>
              <a:avLst/>
              <a:gdLst/>
              <a:ahLst/>
              <a:cxnLst/>
              <a:rect l="l" t="t" r="r" b="b"/>
              <a:pathLst>
                <a:path w="9216" h="9206" extrusionOk="0">
                  <a:moveTo>
                    <a:pt x="4603" y="1"/>
                  </a:moveTo>
                  <a:cubicBezTo>
                    <a:pt x="2065" y="1"/>
                    <a:pt x="0" y="2056"/>
                    <a:pt x="0" y="4603"/>
                  </a:cubicBezTo>
                  <a:cubicBezTo>
                    <a:pt x="0" y="7150"/>
                    <a:pt x="2065" y="9206"/>
                    <a:pt x="4603" y="9206"/>
                  </a:cubicBezTo>
                  <a:cubicBezTo>
                    <a:pt x="7150" y="9206"/>
                    <a:pt x="9215" y="7150"/>
                    <a:pt x="9215" y="4603"/>
                  </a:cubicBezTo>
                  <a:cubicBezTo>
                    <a:pt x="9215" y="2056"/>
                    <a:pt x="7150" y="1"/>
                    <a:pt x="46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7"/>
            <p:cNvSpPr/>
            <p:nvPr/>
          </p:nvSpPr>
          <p:spPr>
            <a:xfrm>
              <a:off x="7796373" y="2970813"/>
              <a:ext cx="450386" cy="450386"/>
            </a:xfrm>
            <a:custGeom>
              <a:avLst/>
              <a:gdLst/>
              <a:ahLst/>
              <a:cxnLst/>
              <a:rect l="l" t="t" r="r" b="b"/>
              <a:pathLst>
                <a:path w="9216" h="9216" extrusionOk="0">
                  <a:moveTo>
                    <a:pt x="4603" y="1"/>
                  </a:moveTo>
                  <a:cubicBezTo>
                    <a:pt x="2066" y="1"/>
                    <a:pt x="0" y="2066"/>
                    <a:pt x="0" y="4603"/>
                  </a:cubicBezTo>
                  <a:cubicBezTo>
                    <a:pt x="0" y="7151"/>
                    <a:pt x="2066" y="9216"/>
                    <a:pt x="4603" y="9216"/>
                  </a:cubicBezTo>
                  <a:cubicBezTo>
                    <a:pt x="7150" y="9216"/>
                    <a:pt x="9216" y="7151"/>
                    <a:pt x="9216" y="4603"/>
                  </a:cubicBezTo>
                  <a:cubicBezTo>
                    <a:pt x="9216" y="2066"/>
                    <a:pt x="7150" y="1"/>
                    <a:pt x="46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7"/>
            <p:cNvSpPr/>
            <p:nvPr/>
          </p:nvSpPr>
          <p:spPr>
            <a:xfrm>
              <a:off x="6033919" y="2214793"/>
              <a:ext cx="294197" cy="598413"/>
            </a:xfrm>
            <a:custGeom>
              <a:avLst/>
              <a:gdLst/>
              <a:ahLst/>
              <a:cxnLst/>
              <a:rect l="l" t="t" r="r" b="b"/>
              <a:pathLst>
                <a:path w="6020" h="12245" extrusionOk="0">
                  <a:moveTo>
                    <a:pt x="1869" y="1"/>
                  </a:moveTo>
                  <a:lnTo>
                    <a:pt x="0" y="10652"/>
                  </a:lnTo>
                  <a:lnTo>
                    <a:pt x="5380" y="12245"/>
                  </a:lnTo>
                  <a:lnTo>
                    <a:pt x="6019" y="40"/>
                  </a:lnTo>
                  <a:lnTo>
                    <a:pt x="1869" y="1"/>
                  </a:lnTo>
                  <a:close/>
                </a:path>
              </a:pathLst>
            </a:custGeom>
            <a:solidFill>
              <a:srgbClr val="F9C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7"/>
            <p:cNvSpPr/>
            <p:nvPr/>
          </p:nvSpPr>
          <p:spPr>
            <a:xfrm>
              <a:off x="7165312" y="2142221"/>
              <a:ext cx="362420" cy="236042"/>
            </a:xfrm>
            <a:custGeom>
              <a:avLst/>
              <a:gdLst/>
              <a:ahLst/>
              <a:cxnLst/>
              <a:rect l="l" t="t" r="r" b="b"/>
              <a:pathLst>
                <a:path w="7416" h="4830" extrusionOk="0">
                  <a:moveTo>
                    <a:pt x="7416" y="1"/>
                  </a:moveTo>
                  <a:lnTo>
                    <a:pt x="915" y="1781"/>
                  </a:lnTo>
                  <a:lnTo>
                    <a:pt x="0" y="2027"/>
                  </a:lnTo>
                  <a:lnTo>
                    <a:pt x="0" y="4829"/>
                  </a:lnTo>
                  <a:lnTo>
                    <a:pt x="7416" y="3669"/>
                  </a:lnTo>
                  <a:lnTo>
                    <a:pt x="7416" y="1"/>
                  </a:lnTo>
                  <a:close/>
                </a:path>
              </a:pathLst>
            </a:custGeom>
            <a:solidFill>
              <a:srgbClr val="F9C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7"/>
            <p:cNvSpPr/>
            <p:nvPr/>
          </p:nvSpPr>
          <p:spPr>
            <a:xfrm>
              <a:off x="7164824" y="2214207"/>
              <a:ext cx="290337" cy="129652"/>
            </a:xfrm>
            <a:custGeom>
              <a:avLst/>
              <a:gdLst/>
              <a:ahLst/>
              <a:cxnLst/>
              <a:rect l="l" t="t" r="r" b="b"/>
              <a:pathLst>
                <a:path w="5941" h="2653" extrusionOk="0">
                  <a:moveTo>
                    <a:pt x="3885" y="0"/>
                  </a:moveTo>
                  <a:cubicBezTo>
                    <a:pt x="2893" y="0"/>
                    <a:pt x="1902" y="104"/>
                    <a:pt x="925" y="308"/>
                  </a:cubicBezTo>
                  <a:lnTo>
                    <a:pt x="0" y="554"/>
                  </a:lnTo>
                  <a:lnTo>
                    <a:pt x="0" y="2619"/>
                  </a:lnTo>
                  <a:cubicBezTo>
                    <a:pt x="145" y="2635"/>
                    <a:pt x="290" y="2651"/>
                    <a:pt x="434" y="2651"/>
                  </a:cubicBezTo>
                  <a:cubicBezTo>
                    <a:pt x="467" y="2651"/>
                    <a:pt x="499" y="2650"/>
                    <a:pt x="532" y="2648"/>
                  </a:cubicBezTo>
                  <a:cubicBezTo>
                    <a:pt x="600" y="2651"/>
                    <a:pt x="668" y="2652"/>
                    <a:pt x="736" y="2652"/>
                  </a:cubicBezTo>
                  <a:cubicBezTo>
                    <a:pt x="1661" y="2652"/>
                    <a:pt x="2583" y="2410"/>
                    <a:pt x="3462" y="2117"/>
                  </a:cubicBezTo>
                  <a:cubicBezTo>
                    <a:pt x="4131" y="1901"/>
                    <a:pt x="4790" y="1635"/>
                    <a:pt x="5331" y="1183"/>
                  </a:cubicBezTo>
                  <a:cubicBezTo>
                    <a:pt x="5655" y="917"/>
                    <a:pt x="5931" y="554"/>
                    <a:pt x="5941" y="150"/>
                  </a:cubicBezTo>
                  <a:cubicBezTo>
                    <a:pt x="5258" y="50"/>
                    <a:pt x="4571" y="0"/>
                    <a:pt x="3885" y="0"/>
                  </a:cubicBezTo>
                  <a:close/>
                </a:path>
              </a:pathLst>
            </a:custGeom>
            <a:solidFill>
              <a:srgbClr val="000000">
                <a:alpha val="3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7"/>
            <p:cNvSpPr/>
            <p:nvPr/>
          </p:nvSpPr>
          <p:spPr>
            <a:xfrm>
              <a:off x="6932202" y="1473679"/>
              <a:ext cx="690240" cy="798145"/>
            </a:xfrm>
            <a:custGeom>
              <a:avLst/>
              <a:gdLst/>
              <a:ahLst/>
              <a:cxnLst/>
              <a:rect l="l" t="t" r="r" b="b"/>
              <a:pathLst>
                <a:path w="14124" h="16332" extrusionOk="0">
                  <a:moveTo>
                    <a:pt x="7052" y="0"/>
                  </a:moveTo>
                  <a:cubicBezTo>
                    <a:pt x="3157" y="0"/>
                    <a:pt x="0" y="3266"/>
                    <a:pt x="0" y="7288"/>
                  </a:cubicBezTo>
                  <a:cubicBezTo>
                    <a:pt x="0" y="7593"/>
                    <a:pt x="20" y="7888"/>
                    <a:pt x="50" y="8193"/>
                  </a:cubicBezTo>
                  <a:cubicBezTo>
                    <a:pt x="50" y="10081"/>
                    <a:pt x="295" y="14733"/>
                    <a:pt x="669" y="15294"/>
                  </a:cubicBezTo>
                  <a:cubicBezTo>
                    <a:pt x="1182" y="16065"/>
                    <a:pt x="2759" y="16331"/>
                    <a:pt x="4545" y="16331"/>
                  </a:cubicBezTo>
                  <a:cubicBezTo>
                    <a:pt x="7040" y="16331"/>
                    <a:pt x="9943" y="15811"/>
                    <a:pt x="10917" y="15421"/>
                  </a:cubicBezTo>
                  <a:cubicBezTo>
                    <a:pt x="11743" y="15087"/>
                    <a:pt x="12255" y="13425"/>
                    <a:pt x="12559" y="11851"/>
                  </a:cubicBezTo>
                  <a:cubicBezTo>
                    <a:pt x="13572" y="10543"/>
                    <a:pt x="14123" y="8940"/>
                    <a:pt x="14113" y="7288"/>
                  </a:cubicBezTo>
                  <a:cubicBezTo>
                    <a:pt x="14113" y="3266"/>
                    <a:pt x="10956" y="0"/>
                    <a:pt x="7052" y="0"/>
                  </a:cubicBezTo>
                  <a:close/>
                </a:path>
              </a:pathLst>
            </a:custGeom>
            <a:solidFill>
              <a:srgbClr val="F9C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7"/>
            <p:cNvSpPr/>
            <p:nvPr/>
          </p:nvSpPr>
          <p:spPr>
            <a:xfrm>
              <a:off x="7293157" y="1505396"/>
              <a:ext cx="446525" cy="761834"/>
            </a:xfrm>
            <a:custGeom>
              <a:avLst/>
              <a:gdLst/>
              <a:ahLst/>
              <a:cxnLst/>
              <a:rect l="l" t="t" r="r" b="b"/>
              <a:pathLst>
                <a:path w="9137" h="15589" extrusionOk="0">
                  <a:moveTo>
                    <a:pt x="6265" y="1"/>
                  </a:moveTo>
                  <a:cubicBezTo>
                    <a:pt x="4505" y="197"/>
                    <a:pt x="2036" y="699"/>
                    <a:pt x="286" y="1023"/>
                  </a:cubicBezTo>
                  <a:cubicBezTo>
                    <a:pt x="0" y="1790"/>
                    <a:pt x="59" y="2646"/>
                    <a:pt x="453" y="3374"/>
                  </a:cubicBezTo>
                  <a:cubicBezTo>
                    <a:pt x="866" y="4052"/>
                    <a:pt x="1554" y="4515"/>
                    <a:pt x="2341" y="4623"/>
                  </a:cubicBezTo>
                  <a:cubicBezTo>
                    <a:pt x="1800" y="5597"/>
                    <a:pt x="1544" y="6806"/>
                    <a:pt x="1977" y="7839"/>
                  </a:cubicBezTo>
                  <a:cubicBezTo>
                    <a:pt x="2380" y="8832"/>
                    <a:pt x="3325" y="9481"/>
                    <a:pt x="4249" y="10022"/>
                  </a:cubicBezTo>
                  <a:cubicBezTo>
                    <a:pt x="4524" y="9727"/>
                    <a:pt x="4770" y="9452"/>
                    <a:pt x="5154" y="9324"/>
                  </a:cubicBezTo>
                  <a:cubicBezTo>
                    <a:pt x="5296" y="9271"/>
                    <a:pt x="5451" y="9243"/>
                    <a:pt x="5603" y="9243"/>
                  </a:cubicBezTo>
                  <a:cubicBezTo>
                    <a:pt x="5850" y="9243"/>
                    <a:pt x="6093" y="9317"/>
                    <a:pt x="6275" y="9481"/>
                  </a:cubicBezTo>
                  <a:cubicBezTo>
                    <a:pt x="6708" y="9865"/>
                    <a:pt x="6639" y="10563"/>
                    <a:pt x="6413" y="11094"/>
                  </a:cubicBezTo>
                  <a:cubicBezTo>
                    <a:pt x="6236" y="11488"/>
                    <a:pt x="6000" y="11842"/>
                    <a:pt x="5695" y="12146"/>
                  </a:cubicBezTo>
                  <a:cubicBezTo>
                    <a:pt x="5400" y="12451"/>
                    <a:pt x="5046" y="12697"/>
                    <a:pt x="4800" y="13032"/>
                  </a:cubicBezTo>
                  <a:cubicBezTo>
                    <a:pt x="4318" y="13681"/>
                    <a:pt x="4760" y="14782"/>
                    <a:pt x="4780" y="15589"/>
                  </a:cubicBezTo>
                  <a:cubicBezTo>
                    <a:pt x="5016" y="14910"/>
                    <a:pt x="5282" y="14310"/>
                    <a:pt x="5960" y="14064"/>
                  </a:cubicBezTo>
                  <a:cubicBezTo>
                    <a:pt x="6629" y="13818"/>
                    <a:pt x="7367" y="13632"/>
                    <a:pt x="7888" y="13130"/>
                  </a:cubicBezTo>
                  <a:cubicBezTo>
                    <a:pt x="8566" y="12481"/>
                    <a:pt x="8694" y="11360"/>
                    <a:pt x="8281" y="10514"/>
                  </a:cubicBezTo>
                  <a:cubicBezTo>
                    <a:pt x="8212" y="10396"/>
                    <a:pt x="8173" y="10268"/>
                    <a:pt x="8163" y="10140"/>
                  </a:cubicBezTo>
                  <a:cubicBezTo>
                    <a:pt x="8183" y="10003"/>
                    <a:pt x="8242" y="9875"/>
                    <a:pt x="8340" y="9766"/>
                  </a:cubicBezTo>
                  <a:cubicBezTo>
                    <a:pt x="9107" y="8635"/>
                    <a:pt x="9137" y="7170"/>
                    <a:pt x="9117" y="5803"/>
                  </a:cubicBezTo>
                  <a:cubicBezTo>
                    <a:pt x="9098" y="4564"/>
                    <a:pt x="9127" y="3256"/>
                    <a:pt x="8557" y="2145"/>
                  </a:cubicBezTo>
                  <a:cubicBezTo>
                    <a:pt x="8055" y="1191"/>
                    <a:pt x="7249" y="433"/>
                    <a:pt x="6265" y="1"/>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7"/>
            <p:cNvSpPr/>
            <p:nvPr/>
          </p:nvSpPr>
          <p:spPr>
            <a:xfrm>
              <a:off x="6966313" y="1895672"/>
              <a:ext cx="75504" cy="31765"/>
            </a:xfrm>
            <a:custGeom>
              <a:avLst/>
              <a:gdLst/>
              <a:ahLst/>
              <a:cxnLst/>
              <a:rect l="l" t="t" r="r" b="b"/>
              <a:pathLst>
                <a:path w="1545" h="650" fill="none" extrusionOk="0">
                  <a:moveTo>
                    <a:pt x="1" y="286"/>
                  </a:moveTo>
                  <a:cubicBezTo>
                    <a:pt x="532" y="0"/>
                    <a:pt x="1191" y="158"/>
                    <a:pt x="1545" y="649"/>
                  </a:cubicBezTo>
                </a:path>
              </a:pathLst>
            </a:custGeom>
            <a:solidFill>
              <a:schemeClr val="lt2"/>
            </a:solidFill>
            <a:ln w="9525"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7"/>
            <p:cNvSpPr/>
            <p:nvPr/>
          </p:nvSpPr>
          <p:spPr>
            <a:xfrm>
              <a:off x="7219607" y="1897920"/>
              <a:ext cx="69591" cy="58839"/>
            </a:xfrm>
            <a:custGeom>
              <a:avLst/>
              <a:gdLst/>
              <a:ahLst/>
              <a:cxnLst/>
              <a:rect l="l" t="t" r="r" b="b"/>
              <a:pathLst>
                <a:path w="1424" h="1204" extrusionOk="0">
                  <a:moveTo>
                    <a:pt x="640" y="1"/>
                  </a:moveTo>
                  <a:cubicBezTo>
                    <a:pt x="621" y="1"/>
                    <a:pt x="601" y="2"/>
                    <a:pt x="581" y="4"/>
                  </a:cubicBezTo>
                  <a:cubicBezTo>
                    <a:pt x="247" y="33"/>
                    <a:pt x="1" y="318"/>
                    <a:pt x="40" y="653"/>
                  </a:cubicBezTo>
                  <a:cubicBezTo>
                    <a:pt x="65" y="992"/>
                    <a:pt x="352" y="1203"/>
                    <a:pt x="645" y="1203"/>
                  </a:cubicBezTo>
                  <a:cubicBezTo>
                    <a:pt x="810" y="1203"/>
                    <a:pt x="978" y="1136"/>
                    <a:pt x="1102" y="987"/>
                  </a:cubicBezTo>
                  <a:cubicBezTo>
                    <a:pt x="1424" y="590"/>
                    <a:pt x="1135" y="1"/>
                    <a:pt x="6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7"/>
            <p:cNvSpPr/>
            <p:nvPr/>
          </p:nvSpPr>
          <p:spPr>
            <a:xfrm>
              <a:off x="7054768" y="1864493"/>
              <a:ext cx="55810" cy="151839"/>
            </a:xfrm>
            <a:custGeom>
              <a:avLst/>
              <a:gdLst/>
              <a:ahLst/>
              <a:cxnLst/>
              <a:rect l="l" t="t" r="r" b="b"/>
              <a:pathLst>
                <a:path w="1142" h="3107" extrusionOk="0">
                  <a:moveTo>
                    <a:pt x="857" y="0"/>
                  </a:moveTo>
                  <a:cubicBezTo>
                    <a:pt x="797" y="0"/>
                    <a:pt x="737" y="46"/>
                    <a:pt x="748" y="127"/>
                  </a:cubicBezTo>
                  <a:lnTo>
                    <a:pt x="876" y="1042"/>
                  </a:lnTo>
                  <a:cubicBezTo>
                    <a:pt x="915" y="1356"/>
                    <a:pt x="758" y="1661"/>
                    <a:pt x="482" y="1819"/>
                  </a:cubicBezTo>
                  <a:lnTo>
                    <a:pt x="69" y="2045"/>
                  </a:lnTo>
                  <a:cubicBezTo>
                    <a:pt x="20" y="2064"/>
                    <a:pt x="0" y="2114"/>
                    <a:pt x="10" y="2163"/>
                  </a:cubicBezTo>
                  <a:lnTo>
                    <a:pt x="246" y="3028"/>
                  </a:lnTo>
                  <a:cubicBezTo>
                    <a:pt x="256" y="3077"/>
                    <a:pt x="295" y="3107"/>
                    <a:pt x="345" y="3107"/>
                  </a:cubicBezTo>
                  <a:cubicBezTo>
                    <a:pt x="413" y="3107"/>
                    <a:pt x="472" y="3038"/>
                    <a:pt x="453" y="2969"/>
                  </a:cubicBezTo>
                  <a:lnTo>
                    <a:pt x="246" y="2192"/>
                  </a:lnTo>
                  <a:lnTo>
                    <a:pt x="590" y="2005"/>
                  </a:lnTo>
                  <a:cubicBezTo>
                    <a:pt x="944" y="1809"/>
                    <a:pt x="1141" y="1415"/>
                    <a:pt x="1092" y="1012"/>
                  </a:cubicBezTo>
                  <a:lnTo>
                    <a:pt x="964" y="97"/>
                  </a:lnTo>
                  <a:cubicBezTo>
                    <a:pt x="955" y="31"/>
                    <a:pt x="906" y="0"/>
                    <a:pt x="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7"/>
            <p:cNvSpPr/>
            <p:nvPr/>
          </p:nvSpPr>
          <p:spPr>
            <a:xfrm>
              <a:off x="7084090" y="2017749"/>
              <a:ext cx="89481" cy="53415"/>
            </a:xfrm>
            <a:custGeom>
              <a:avLst/>
              <a:gdLst/>
              <a:ahLst/>
              <a:cxnLst/>
              <a:rect l="l" t="t" r="r" b="b"/>
              <a:pathLst>
                <a:path w="1831" h="1093" extrusionOk="0">
                  <a:moveTo>
                    <a:pt x="1708" y="1"/>
                  </a:moveTo>
                  <a:cubicBezTo>
                    <a:pt x="1658" y="1"/>
                    <a:pt x="1608" y="31"/>
                    <a:pt x="1603" y="99"/>
                  </a:cubicBezTo>
                  <a:cubicBezTo>
                    <a:pt x="1556" y="573"/>
                    <a:pt x="1158" y="879"/>
                    <a:pt x="742" y="879"/>
                  </a:cubicBezTo>
                  <a:cubicBezTo>
                    <a:pt x="554" y="879"/>
                    <a:pt x="362" y="817"/>
                    <a:pt x="197" y="679"/>
                  </a:cubicBezTo>
                  <a:cubicBezTo>
                    <a:pt x="176" y="663"/>
                    <a:pt x="152" y="655"/>
                    <a:pt x="129" y="655"/>
                  </a:cubicBezTo>
                  <a:cubicBezTo>
                    <a:pt x="95" y="655"/>
                    <a:pt x="62" y="670"/>
                    <a:pt x="40" y="699"/>
                  </a:cubicBezTo>
                  <a:cubicBezTo>
                    <a:pt x="0" y="738"/>
                    <a:pt x="10" y="807"/>
                    <a:pt x="59" y="846"/>
                  </a:cubicBezTo>
                  <a:cubicBezTo>
                    <a:pt x="256" y="1013"/>
                    <a:pt x="502" y="1092"/>
                    <a:pt x="748" y="1092"/>
                  </a:cubicBezTo>
                  <a:cubicBezTo>
                    <a:pt x="895" y="1092"/>
                    <a:pt x="1033" y="1072"/>
                    <a:pt x="1161" y="1013"/>
                  </a:cubicBezTo>
                  <a:cubicBezTo>
                    <a:pt x="1525" y="856"/>
                    <a:pt x="1780" y="522"/>
                    <a:pt x="1820" y="118"/>
                  </a:cubicBezTo>
                  <a:cubicBezTo>
                    <a:pt x="1830" y="44"/>
                    <a:pt x="1769" y="1"/>
                    <a:pt x="170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7"/>
            <p:cNvSpPr/>
            <p:nvPr/>
          </p:nvSpPr>
          <p:spPr>
            <a:xfrm>
              <a:off x="7204702" y="1785763"/>
              <a:ext cx="110495" cy="66561"/>
            </a:xfrm>
            <a:custGeom>
              <a:avLst/>
              <a:gdLst/>
              <a:ahLst/>
              <a:cxnLst/>
              <a:rect l="l" t="t" r="r" b="b"/>
              <a:pathLst>
                <a:path w="2261" h="1362" extrusionOk="0">
                  <a:moveTo>
                    <a:pt x="868" y="1"/>
                  </a:moveTo>
                  <a:cubicBezTo>
                    <a:pt x="689" y="1"/>
                    <a:pt x="524" y="31"/>
                    <a:pt x="404" y="96"/>
                  </a:cubicBezTo>
                  <a:cubicBezTo>
                    <a:pt x="266" y="164"/>
                    <a:pt x="158" y="273"/>
                    <a:pt x="79" y="400"/>
                  </a:cubicBezTo>
                  <a:cubicBezTo>
                    <a:pt x="11" y="528"/>
                    <a:pt x="1" y="695"/>
                    <a:pt x="70" y="833"/>
                  </a:cubicBezTo>
                  <a:cubicBezTo>
                    <a:pt x="138" y="961"/>
                    <a:pt x="256" y="1059"/>
                    <a:pt x="394" y="1118"/>
                  </a:cubicBezTo>
                  <a:cubicBezTo>
                    <a:pt x="552" y="1197"/>
                    <a:pt x="709" y="1266"/>
                    <a:pt x="886" y="1315"/>
                  </a:cubicBezTo>
                  <a:cubicBezTo>
                    <a:pt x="984" y="1346"/>
                    <a:pt x="1103" y="1362"/>
                    <a:pt x="1228" y="1362"/>
                  </a:cubicBezTo>
                  <a:cubicBezTo>
                    <a:pt x="1704" y="1362"/>
                    <a:pt x="2260" y="1127"/>
                    <a:pt x="2027" y="558"/>
                  </a:cubicBezTo>
                  <a:cubicBezTo>
                    <a:pt x="1872" y="198"/>
                    <a:pt x="1323" y="1"/>
                    <a:pt x="868" y="1"/>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7"/>
            <p:cNvSpPr/>
            <p:nvPr/>
          </p:nvSpPr>
          <p:spPr>
            <a:xfrm>
              <a:off x="6955268" y="1800571"/>
              <a:ext cx="118754" cy="65339"/>
            </a:xfrm>
            <a:custGeom>
              <a:avLst/>
              <a:gdLst/>
              <a:ahLst/>
              <a:cxnLst/>
              <a:rect l="l" t="t" r="r" b="b"/>
              <a:pathLst>
                <a:path w="2430" h="1337" extrusionOk="0">
                  <a:moveTo>
                    <a:pt x="1200" y="1"/>
                  </a:moveTo>
                  <a:cubicBezTo>
                    <a:pt x="822" y="1"/>
                    <a:pt x="421" y="132"/>
                    <a:pt x="237" y="333"/>
                  </a:cubicBezTo>
                  <a:cubicBezTo>
                    <a:pt x="128" y="432"/>
                    <a:pt x="50" y="570"/>
                    <a:pt x="30" y="717"/>
                  </a:cubicBezTo>
                  <a:cubicBezTo>
                    <a:pt x="0" y="865"/>
                    <a:pt x="50" y="1022"/>
                    <a:pt x="148" y="1130"/>
                  </a:cubicBezTo>
                  <a:cubicBezTo>
                    <a:pt x="266" y="1228"/>
                    <a:pt x="404" y="1287"/>
                    <a:pt x="551" y="1297"/>
                  </a:cubicBezTo>
                  <a:cubicBezTo>
                    <a:pt x="728" y="1327"/>
                    <a:pt x="895" y="1337"/>
                    <a:pt x="1072" y="1337"/>
                  </a:cubicBezTo>
                  <a:cubicBezTo>
                    <a:pt x="1564" y="1327"/>
                    <a:pt x="2430" y="845"/>
                    <a:pt x="1918" y="255"/>
                  </a:cubicBezTo>
                  <a:cubicBezTo>
                    <a:pt x="1761" y="77"/>
                    <a:pt x="1487" y="1"/>
                    <a:pt x="1200" y="1"/>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7"/>
            <p:cNvSpPr/>
            <p:nvPr/>
          </p:nvSpPr>
          <p:spPr>
            <a:xfrm>
              <a:off x="7435907" y="1927389"/>
              <a:ext cx="238437" cy="218693"/>
            </a:xfrm>
            <a:custGeom>
              <a:avLst/>
              <a:gdLst/>
              <a:ahLst/>
              <a:cxnLst/>
              <a:rect l="l" t="t" r="r" b="b"/>
              <a:pathLst>
                <a:path w="4879" h="4475" extrusionOk="0">
                  <a:moveTo>
                    <a:pt x="2442" y="1"/>
                  </a:moveTo>
                  <a:cubicBezTo>
                    <a:pt x="2288" y="1"/>
                    <a:pt x="2133" y="16"/>
                    <a:pt x="1977" y="50"/>
                  </a:cubicBezTo>
                  <a:cubicBezTo>
                    <a:pt x="767" y="305"/>
                    <a:pt x="0" y="1495"/>
                    <a:pt x="256" y="2705"/>
                  </a:cubicBezTo>
                  <a:cubicBezTo>
                    <a:pt x="479" y="3750"/>
                    <a:pt x="1411" y="4475"/>
                    <a:pt x="2441" y="4475"/>
                  </a:cubicBezTo>
                  <a:cubicBezTo>
                    <a:pt x="2593" y="4475"/>
                    <a:pt x="2747" y="4459"/>
                    <a:pt x="2902" y="4426"/>
                  </a:cubicBezTo>
                  <a:cubicBezTo>
                    <a:pt x="4111" y="4161"/>
                    <a:pt x="4878" y="2980"/>
                    <a:pt x="4623" y="1771"/>
                  </a:cubicBezTo>
                  <a:cubicBezTo>
                    <a:pt x="4400" y="718"/>
                    <a:pt x="3470" y="1"/>
                    <a:pt x="2442" y="1"/>
                  </a:cubicBezTo>
                  <a:close/>
                </a:path>
              </a:pathLst>
            </a:custGeom>
            <a:solidFill>
              <a:srgbClr val="F9C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7"/>
            <p:cNvSpPr/>
            <p:nvPr/>
          </p:nvSpPr>
          <p:spPr>
            <a:xfrm>
              <a:off x="7512779" y="1961011"/>
              <a:ext cx="99548" cy="144264"/>
            </a:xfrm>
            <a:custGeom>
              <a:avLst/>
              <a:gdLst/>
              <a:ahLst/>
              <a:cxnLst/>
              <a:rect l="l" t="t" r="r" b="b"/>
              <a:pathLst>
                <a:path w="2037" h="2952" extrusionOk="0">
                  <a:moveTo>
                    <a:pt x="1722" y="0"/>
                  </a:moveTo>
                  <a:cubicBezTo>
                    <a:pt x="1706" y="0"/>
                    <a:pt x="1690" y="4"/>
                    <a:pt x="1673" y="11"/>
                  </a:cubicBezTo>
                  <a:cubicBezTo>
                    <a:pt x="620" y="552"/>
                    <a:pt x="1" y="1663"/>
                    <a:pt x="89" y="2843"/>
                  </a:cubicBezTo>
                  <a:cubicBezTo>
                    <a:pt x="99" y="2902"/>
                    <a:pt x="148" y="2942"/>
                    <a:pt x="207" y="2951"/>
                  </a:cubicBezTo>
                  <a:lnTo>
                    <a:pt x="227" y="2951"/>
                  </a:lnTo>
                  <a:cubicBezTo>
                    <a:pt x="286" y="2942"/>
                    <a:pt x="335" y="2882"/>
                    <a:pt x="335" y="2823"/>
                  </a:cubicBezTo>
                  <a:cubicBezTo>
                    <a:pt x="335" y="2676"/>
                    <a:pt x="384" y="2528"/>
                    <a:pt x="483" y="2410"/>
                  </a:cubicBezTo>
                  <a:cubicBezTo>
                    <a:pt x="650" y="2174"/>
                    <a:pt x="856" y="1978"/>
                    <a:pt x="1102" y="1820"/>
                  </a:cubicBezTo>
                  <a:cubicBezTo>
                    <a:pt x="1306" y="1688"/>
                    <a:pt x="1549" y="1611"/>
                    <a:pt x="1795" y="1611"/>
                  </a:cubicBezTo>
                  <a:cubicBezTo>
                    <a:pt x="1823" y="1611"/>
                    <a:pt x="1851" y="1612"/>
                    <a:pt x="1879" y="1614"/>
                  </a:cubicBezTo>
                  <a:cubicBezTo>
                    <a:pt x="2027" y="1614"/>
                    <a:pt x="2037" y="1397"/>
                    <a:pt x="1899" y="1378"/>
                  </a:cubicBezTo>
                  <a:cubicBezTo>
                    <a:pt x="1869" y="1376"/>
                    <a:pt x="1839" y="1375"/>
                    <a:pt x="1810" y="1375"/>
                  </a:cubicBezTo>
                  <a:cubicBezTo>
                    <a:pt x="1515" y="1375"/>
                    <a:pt x="1225" y="1463"/>
                    <a:pt x="975" y="1624"/>
                  </a:cubicBezTo>
                  <a:cubicBezTo>
                    <a:pt x="729" y="1781"/>
                    <a:pt x="512" y="1988"/>
                    <a:pt x="335" y="2224"/>
                  </a:cubicBezTo>
                  <a:cubicBezTo>
                    <a:pt x="463" y="1368"/>
                    <a:pt x="1004" y="621"/>
                    <a:pt x="1781" y="227"/>
                  </a:cubicBezTo>
                  <a:cubicBezTo>
                    <a:pt x="1902" y="167"/>
                    <a:pt x="1833" y="0"/>
                    <a:pt x="17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7"/>
            <p:cNvSpPr/>
            <p:nvPr/>
          </p:nvSpPr>
          <p:spPr>
            <a:xfrm>
              <a:off x="6899996" y="1438102"/>
              <a:ext cx="717167" cy="234723"/>
            </a:xfrm>
            <a:custGeom>
              <a:avLst/>
              <a:gdLst/>
              <a:ahLst/>
              <a:cxnLst/>
              <a:rect l="l" t="t" r="r" b="b"/>
              <a:pathLst>
                <a:path w="14675" h="4803" extrusionOk="0">
                  <a:moveTo>
                    <a:pt x="6039" y="1"/>
                  </a:moveTo>
                  <a:cubicBezTo>
                    <a:pt x="4111" y="1"/>
                    <a:pt x="2184" y="45"/>
                    <a:pt x="286" y="99"/>
                  </a:cubicBezTo>
                  <a:cubicBezTo>
                    <a:pt x="0" y="679"/>
                    <a:pt x="276" y="1437"/>
                    <a:pt x="797" y="1830"/>
                  </a:cubicBezTo>
                  <a:cubicBezTo>
                    <a:pt x="1249" y="2180"/>
                    <a:pt x="1828" y="2300"/>
                    <a:pt x="2397" y="2300"/>
                  </a:cubicBezTo>
                  <a:cubicBezTo>
                    <a:pt x="2484" y="2300"/>
                    <a:pt x="2570" y="2297"/>
                    <a:pt x="2656" y="2292"/>
                  </a:cubicBezTo>
                  <a:cubicBezTo>
                    <a:pt x="3536" y="3793"/>
                    <a:pt x="5232" y="4802"/>
                    <a:pt x="6957" y="4802"/>
                  </a:cubicBezTo>
                  <a:cubicBezTo>
                    <a:pt x="7198" y="4802"/>
                    <a:pt x="7441" y="4782"/>
                    <a:pt x="7681" y="4741"/>
                  </a:cubicBezTo>
                  <a:cubicBezTo>
                    <a:pt x="8478" y="4603"/>
                    <a:pt x="9216" y="4249"/>
                    <a:pt x="9953" y="3905"/>
                  </a:cubicBezTo>
                  <a:cubicBezTo>
                    <a:pt x="9970" y="3888"/>
                    <a:pt x="9994" y="3871"/>
                    <a:pt x="10001" y="3855"/>
                  </a:cubicBezTo>
                  <a:lnTo>
                    <a:pt x="10001" y="3855"/>
                  </a:lnTo>
                  <a:lnTo>
                    <a:pt x="10553" y="3836"/>
                  </a:lnTo>
                  <a:cubicBezTo>
                    <a:pt x="11065" y="3866"/>
                    <a:pt x="11556" y="4121"/>
                    <a:pt x="12078" y="4131"/>
                  </a:cubicBezTo>
                  <a:cubicBezTo>
                    <a:pt x="12343" y="4131"/>
                    <a:pt x="12599" y="4082"/>
                    <a:pt x="12855" y="4003"/>
                  </a:cubicBezTo>
                  <a:cubicBezTo>
                    <a:pt x="13238" y="3895"/>
                    <a:pt x="13622" y="3748"/>
                    <a:pt x="13986" y="3581"/>
                  </a:cubicBezTo>
                  <a:cubicBezTo>
                    <a:pt x="14271" y="3443"/>
                    <a:pt x="14654" y="3276"/>
                    <a:pt x="14654" y="2961"/>
                  </a:cubicBezTo>
                  <a:cubicBezTo>
                    <a:pt x="14674" y="2125"/>
                    <a:pt x="14448" y="1220"/>
                    <a:pt x="13789" y="699"/>
                  </a:cubicBezTo>
                  <a:cubicBezTo>
                    <a:pt x="13238" y="276"/>
                    <a:pt x="12491" y="207"/>
                    <a:pt x="11792" y="168"/>
                  </a:cubicBezTo>
                  <a:cubicBezTo>
                    <a:pt x="9894" y="45"/>
                    <a:pt x="7967" y="1"/>
                    <a:pt x="6039" y="1"/>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7"/>
            <p:cNvSpPr/>
            <p:nvPr/>
          </p:nvSpPr>
          <p:spPr>
            <a:xfrm>
              <a:off x="6254519" y="2283553"/>
              <a:ext cx="1638025" cy="1513504"/>
            </a:xfrm>
            <a:custGeom>
              <a:avLst/>
              <a:gdLst/>
              <a:ahLst/>
              <a:cxnLst/>
              <a:rect l="l" t="t" r="r" b="b"/>
              <a:pathLst>
                <a:path w="33518" h="30970" extrusionOk="0">
                  <a:moveTo>
                    <a:pt x="26505" y="0"/>
                  </a:moveTo>
                  <a:lnTo>
                    <a:pt x="17939" y="915"/>
                  </a:lnTo>
                  <a:lnTo>
                    <a:pt x="17260" y="2783"/>
                  </a:lnTo>
                  <a:cubicBezTo>
                    <a:pt x="17260" y="2783"/>
                    <a:pt x="12304" y="2960"/>
                    <a:pt x="10160" y="3737"/>
                  </a:cubicBezTo>
                  <a:cubicBezTo>
                    <a:pt x="8016" y="4514"/>
                    <a:pt x="3639" y="20682"/>
                    <a:pt x="3639" y="20682"/>
                  </a:cubicBezTo>
                  <a:lnTo>
                    <a:pt x="0" y="30970"/>
                  </a:lnTo>
                  <a:lnTo>
                    <a:pt x="22906" y="30970"/>
                  </a:lnTo>
                  <a:lnTo>
                    <a:pt x="25777" y="21184"/>
                  </a:lnTo>
                  <a:cubicBezTo>
                    <a:pt x="25777" y="21184"/>
                    <a:pt x="30596" y="17171"/>
                    <a:pt x="32062" y="11428"/>
                  </a:cubicBezTo>
                  <a:cubicBezTo>
                    <a:pt x="33517" y="5694"/>
                    <a:pt x="26731" y="1515"/>
                    <a:pt x="26731" y="1515"/>
                  </a:cubicBezTo>
                  <a:lnTo>
                    <a:pt x="2650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7"/>
            <p:cNvSpPr/>
            <p:nvPr/>
          </p:nvSpPr>
          <p:spPr>
            <a:xfrm>
              <a:off x="5891658" y="2466181"/>
              <a:ext cx="1083839" cy="916117"/>
            </a:xfrm>
            <a:custGeom>
              <a:avLst/>
              <a:gdLst/>
              <a:ahLst/>
              <a:cxnLst/>
              <a:rect l="l" t="t" r="r" b="b"/>
              <a:pathLst>
                <a:path w="22178" h="18746" extrusionOk="0">
                  <a:moveTo>
                    <a:pt x="17575" y="0"/>
                  </a:moveTo>
                  <a:lnTo>
                    <a:pt x="8743" y="6786"/>
                  </a:lnTo>
                  <a:lnTo>
                    <a:pt x="8832" y="4957"/>
                  </a:lnTo>
                  <a:lnTo>
                    <a:pt x="2547" y="4455"/>
                  </a:lnTo>
                  <a:lnTo>
                    <a:pt x="2233" y="7288"/>
                  </a:lnTo>
                  <a:cubicBezTo>
                    <a:pt x="2233" y="7288"/>
                    <a:pt x="0" y="9019"/>
                    <a:pt x="413" y="12618"/>
                  </a:cubicBezTo>
                  <a:cubicBezTo>
                    <a:pt x="775" y="15848"/>
                    <a:pt x="2095" y="18745"/>
                    <a:pt x="5659" y="18745"/>
                  </a:cubicBezTo>
                  <a:cubicBezTo>
                    <a:pt x="6067" y="18745"/>
                    <a:pt x="6504" y="18707"/>
                    <a:pt x="6973" y="18627"/>
                  </a:cubicBezTo>
                  <a:cubicBezTo>
                    <a:pt x="11526" y="17850"/>
                    <a:pt x="17899" y="12933"/>
                    <a:pt x="17899" y="12933"/>
                  </a:cubicBezTo>
                  <a:lnTo>
                    <a:pt x="22178" y="7199"/>
                  </a:lnTo>
                  <a:lnTo>
                    <a:pt x="175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7"/>
            <p:cNvSpPr/>
            <p:nvPr/>
          </p:nvSpPr>
          <p:spPr>
            <a:xfrm>
              <a:off x="6784174" y="2599889"/>
              <a:ext cx="72034" cy="254173"/>
            </a:xfrm>
            <a:custGeom>
              <a:avLst/>
              <a:gdLst/>
              <a:ahLst/>
              <a:cxnLst/>
              <a:rect l="l" t="t" r="r" b="b"/>
              <a:pathLst>
                <a:path w="1474" h="5201" extrusionOk="0">
                  <a:moveTo>
                    <a:pt x="1344" y="1"/>
                  </a:moveTo>
                  <a:cubicBezTo>
                    <a:pt x="1300" y="1"/>
                    <a:pt x="1256" y="26"/>
                    <a:pt x="1239" y="87"/>
                  </a:cubicBezTo>
                  <a:lnTo>
                    <a:pt x="10" y="5073"/>
                  </a:lnTo>
                  <a:cubicBezTo>
                    <a:pt x="0" y="5132"/>
                    <a:pt x="30" y="5191"/>
                    <a:pt x="89" y="5201"/>
                  </a:cubicBezTo>
                  <a:lnTo>
                    <a:pt x="118" y="5201"/>
                  </a:lnTo>
                  <a:cubicBezTo>
                    <a:pt x="167" y="5201"/>
                    <a:pt x="207" y="5171"/>
                    <a:pt x="227" y="5122"/>
                  </a:cubicBezTo>
                  <a:lnTo>
                    <a:pt x="1456" y="136"/>
                  </a:lnTo>
                  <a:cubicBezTo>
                    <a:pt x="1473" y="55"/>
                    <a:pt x="1408" y="1"/>
                    <a:pt x="134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7"/>
            <p:cNvSpPr/>
            <p:nvPr/>
          </p:nvSpPr>
          <p:spPr>
            <a:xfrm>
              <a:off x="6028641" y="1237686"/>
              <a:ext cx="882446" cy="454344"/>
            </a:xfrm>
            <a:custGeom>
              <a:avLst/>
              <a:gdLst/>
              <a:ahLst/>
              <a:cxnLst/>
              <a:rect l="l" t="t" r="r" b="b"/>
              <a:pathLst>
                <a:path w="18057" h="9297" extrusionOk="0">
                  <a:moveTo>
                    <a:pt x="2529" y="1"/>
                  </a:moveTo>
                  <a:cubicBezTo>
                    <a:pt x="1131" y="1"/>
                    <a:pt x="0" y="1098"/>
                    <a:pt x="59" y="2430"/>
                  </a:cubicBezTo>
                  <a:lnTo>
                    <a:pt x="266" y="7062"/>
                  </a:lnTo>
                  <a:cubicBezTo>
                    <a:pt x="323" y="8310"/>
                    <a:pt x="1412" y="9296"/>
                    <a:pt x="2727" y="9296"/>
                  </a:cubicBezTo>
                  <a:cubicBezTo>
                    <a:pt x="2759" y="9296"/>
                    <a:pt x="2791" y="9296"/>
                    <a:pt x="2823" y="9294"/>
                  </a:cubicBezTo>
                  <a:lnTo>
                    <a:pt x="15372" y="8881"/>
                  </a:lnTo>
                  <a:cubicBezTo>
                    <a:pt x="16660" y="8832"/>
                    <a:pt x="17693" y="7878"/>
                    <a:pt x="17762" y="6669"/>
                  </a:cubicBezTo>
                  <a:lnTo>
                    <a:pt x="17978" y="2538"/>
                  </a:lnTo>
                  <a:cubicBezTo>
                    <a:pt x="18057" y="1220"/>
                    <a:pt x="16936" y="99"/>
                    <a:pt x="15519" y="89"/>
                  </a:cubicBezTo>
                  <a:lnTo>
                    <a:pt x="2547" y="1"/>
                  </a:lnTo>
                  <a:cubicBezTo>
                    <a:pt x="2541" y="1"/>
                    <a:pt x="2535" y="1"/>
                    <a:pt x="252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7"/>
            <p:cNvSpPr/>
            <p:nvPr/>
          </p:nvSpPr>
          <p:spPr>
            <a:xfrm>
              <a:off x="6095446" y="1237686"/>
              <a:ext cx="882446" cy="454344"/>
            </a:xfrm>
            <a:custGeom>
              <a:avLst/>
              <a:gdLst/>
              <a:ahLst/>
              <a:cxnLst/>
              <a:rect l="l" t="t" r="r" b="b"/>
              <a:pathLst>
                <a:path w="18057" h="9297" extrusionOk="0">
                  <a:moveTo>
                    <a:pt x="2528" y="1"/>
                  </a:moveTo>
                  <a:cubicBezTo>
                    <a:pt x="1121" y="1"/>
                    <a:pt x="0" y="1098"/>
                    <a:pt x="59" y="2430"/>
                  </a:cubicBezTo>
                  <a:lnTo>
                    <a:pt x="266" y="7062"/>
                  </a:lnTo>
                  <a:cubicBezTo>
                    <a:pt x="323" y="8310"/>
                    <a:pt x="1412" y="9296"/>
                    <a:pt x="2727" y="9296"/>
                  </a:cubicBezTo>
                  <a:cubicBezTo>
                    <a:pt x="2759" y="9296"/>
                    <a:pt x="2791" y="9296"/>
                    <a:pt x="2823" y="9294"/>
                  </a:cubicBezTo>
                  <a:lnTo>
                    <a:pt x="15372" y="8881"/>
                  </a:lnTo>
                  <a:cubicBezTo>
                    <a:pt x="16660" y="8832"/>
                    <a:pt x="17693" y="7878"/>
                    <a:pt x="17762" y="6669"/>
                  </a:cubicBezTo>
                  <a:lnTo>
                    <a:pt x="17978" y="2538"/>
                  </a:lnTo>
                  <a:cubicBezTo>
                    <a:pt x="18057" y="1220"/>
                    <a:pt x="16936" y="99"/>
                    <a:pt x="15529" y="89"/>
                  </a:cubicBezTo>
                  <a:lnTo>
                    <a:pt x="2547" y="1"/>
                  </a:lnTo>
                  <a:cubicBezTo>
                    <a:pt x="2541" y="1"/>
                    <a:pt x="2535" y="1"/>
                    <a:pt x="25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7"/>
            <p:cNvSpPr/>
            <p:nvPr/>
          </p:nvSpPr>
          <p:spPr>
            <a:xfrm>
              <a:off x="6215569" y="1349207"/>
              <a:ext cx="246598" cy="246598"/>
            </a:xfrm>
            <a:custGeom>
              <a:avLst/>
              <a:gdLst/>
              <a:ahLst/>
              <a:cxnLst/>
              <a:rect l="l" t="t" r="r" b="b"/>
              <a:pathLst>
                <a:path w="5046" h="5046" fill="none" extrusionOk="0">
                  <a:moveTo>
                    <a:pt x="2902" y="207"/>
                  </a:moveTo>
                  <a:cubicBezTo>
                    <a:pt x="4181" y="413"/>
                    <a:pt x="5046" y="1613"/>
                    <a:pt x="4839" y="2892"/>
                  </a:cubicBezTo>
                  <a:cubicBezTo>
                    <a:pt x="4633" y="4170"/>
                    <a:pt x="3433" y="5046"/>
                    <a:pt x="2155" y="4839"/>
                  </a:cubicBezTo>
                  <a:cubicBezTo>
                    <a:pt x="876" y="4632"/>
                    <a:pt x="1" y="3433"/>
                    <a:pt x="207" y="2144"/>
                  </a:cubicBezTo>
                  <a:cubicBezTo>
                    <a:pt x="414" y="866"/>
                    <a:pt x="1623" y="0"/>
                    <a:pt x="2902" y="207"/>
                  </a:cubicBezTo>
                  <a:close/>
                </a:path>
              </a:pathLst>
            </a:custGeom>
            <a:solidFill>
              <a:schemeClr val="accent6"/>
            </a:solidFill>
            <a:ln w="19050" cap="flat" cmpd="sng">
              <a:solidFill>
                <a:schemeClr val="accent6"/>
              </a:solidFill>
              <a:prstDash val="solid"/>
              <a:miter lim="98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7"/>
            <p:cNvSpPr/>
            <p:nvPr/>
          </p:nvSpPr>
          <p:spPr>
            <a:xfrm>
              <a:off x="6613079" y="1341486"/>
              <a:ext cx="261992" cy="261552"/>
            </a:xfrm>
            <a:custGeom>
              <a:avLst/>
              <a:gdLst/>
              <a:ahLst/>
              <a:cxnLst/>
              <a:rect l="l" t="t" r="r" b="b"/>
              <a:pathLst>
                <a:path w="5361" h="5352" fill="none" extrusionOk="0">
                  <a:moveTo>
                    <a:pt x="3855" y="650"/>
                  </a:moveTo>
                  <a:cubicBezTo>
                    <a:pt x="4977" y="1299"/>
                    <a:pt x="5360" y="2735"/>
                    <a:pt x="4711" y="3856"/>
                  </a:cubicBezTo>
                  <a:cubicBezTo>
                    <a:pt x="4052" y="4977"/>
                    <a:pt x="2616" y="5351"/>
                    <a:pt x="1505" y="4702"/>
                  </a:cubicBezTo>
                  <a:cubicBezTo>
                    <a:pt x="384" y="4053"/>
                    <a:pt x="0" y="2617"/>
                    <a:pt x="649" y="1496"/>
                  </a:cubicBezTo>
                  <a:cubicBezTo>
                    <a:pt x="1308" y="375"/>
                    <a:pt x="2744" y="1"/>
                    <a:pt x="3855" y="650"/>
                  </a:cubicBezTo>
                  <a:close/>
                </a:path>
              </a:pathLst>
            </a:custGeom>
            <a:solidFill>
              <a:schemeClr val="accent6"/>
            </a:solidFill>
            <a:ln w="19050" cap="flat" cmpd="sng">
              <a:solidFill>
                <a:schemeClr val="accent6"/>
              </a:solidFill>
              <a:prstDash val="solid"/>
              <a:miter lim="98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7"/>
            <p:cNvSpPr/>
            <p:nvPr/>
          </p:nvSpPr>
          <p:spPr>
            <a:xfrm>
              <a:off x="6821169" y="1897089"/>
              <a:ext cx="141821" cy="82737"/>
            </a:xfrm>
            <a:custGeom>
              <a:avLst/>
              <a:gdLst/>
              <a:ahLst/>
              <a:cxnLst/>
              <a:rect l="l" t="t" r="r" b="b"/>
              <a:pathLst>
                <a:path w="2902" h="1693" extrusionOk="0">
                  <a:moveTo>
                    <a:pt x="1" y="1"/>
                  </a:moveTo>
                  <a:lnTo>
                    <a:pt x="1" y="1692"/>
                  </a:lnTo>
                  <a:lnTo>
                    <a:pt x="2902" y="1692"/>
                  </a:lnTo>
                  <a:lnTo>
                    <a:pt x="29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7"/>
            <p:cNvSpPr/>
            <p:nvPr/>
          </p:nvSpPr>
          <p:spPr>
            <a:xfrm>
              <a:off x="6908157" y="1847144"/>
              <a:ext cx="57276" cy="175443"/>
            </a:xfrm>
            <a:custGeom>
              <a:avLst/>
              <a:gdLst/>
              <a:ahLst/>
              <a:cxnLst/>
              <a:rect l="l" t="t" r="r" b="b"/>
              <a:pathLst>
                <a:path w="1172" h="3590" extrusionOk="0">
                  <a:moveTo>
                    <a:pt x="1171" y="0"/>
                  </a:moveTo>
                  <a:lnTo>
                    <a:pt x="1" y="1938"/>
                  </a:lnTo>
                  <a:lnTo>
                    <a:pt x="1171" y="3590"/>
                  </a:lnTo>
                  <a:lnTo>
                    <a:pt x="117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7"/>
            <p:cNvSpPr/>
            <p:nvPr/>
          </p:nvSpPr>
          <p:spPr>
            <a:xfrm>
              <a:off x="5986808" y="1694278"/>
              <a:ext cx="869006" cy="589177"/>
            </a:xfrm>
            <a:custGeom>
              <a:avLst/>
              <a:gdLst/>
              <a:ahLst/>
              <a:cxnLst/>
              <a:rect l="l" t="t" r="r" b="b"/>
              <a:pathLst>
                <a:path w="17782" h="12056" extrusionOk="0">
                  <a:moveTo>
                    <a:pt x="16582" y="1"/>
                  </a:moveTo>
                  <a:lnTo>
                    <a:pt x="8488" y="69"/>
                  </a:lnTo>
                  <a:lnTo>
                    <a:pt x="8232" y="69"/>
                  </a:lnTo>
                  <a:lnTo>
                    <a:pt x="6796" y="79"/>
                  </a:lnTo>
                  <a:lnTo>
                    <a:pt x="6531" y="79"/>
                  </a:lnTo>
                  <a:lnTo>
                    <a:pt x="3128" y="109"/>
                  </a:lnTo>
                  <a:cubicBezTo>
                    <a:pt x="3000" y="109"/>
                    <a:pt x="2872" y="119"/>
                    <a:pt x="2744" y="148"/>
                  </a:cubicBezTo>
                  <a:cubicBezTo>
                    <a:pt x="1662" y="315"/>
                    <a:pt x="1131" y="1181"/>
                    <a:pt x="836" y="2341"/>
                  </a:cubicBezTo>
                  <a:lnTo>
                    <a:pt x="836" y="2371"/>
                  </a:lnTo>
                  <a:cubicBezTo>
                    <a:pt x="374" y="4239"/>
                    <a:pt x="0" y="7032"/>
                    <a:pt x="836" y="9796"/>
                  </a:cubicBezTo>
                  <a:cubicBezTo>
                    <a:pt x="856" y="9855"/>
                    <a:pt x="876" y="9924"/>
                    <a:pt x="895" y="9993"/>
                  </a:cubicBezTo>
                  <a:cubicBezTo>
                    <a:pt x="1092" y="10602"/>
                    <a:pt x="1299" y="11124"/>
                    <a:pt x="1594" y="11478"/>
                  </a:cubicBezTo>
                  <a:cubicBezTo>
                    <a:pt x="1603" y="11488"/>
                    <a:pt x="1603" y="11488"/>
                    <a:pt x="1613" y="11497"/>
                  </a:cubicBezTo>
                  <a:cubicBezTo>
                    <a:pt x="1731" y="11645"/>
                    <a:pt x="1889" y="11773"/>
                    <a:pt x="2056" y="11871"/>
                  </a:cubicBezTo>
                  <a:cubicBezTo>
                    <a:pt x="2076" y="11881"/>
                    <a:pt x="2105" y="11891"/>
                    <a:pt x="2125" y="11901"/>
                  </a:cubicBezTo>
                  <a:lnTo>
                    <a:pt x="2135" y="11901"/>
                  </a:lnTo>
                  <a:cubicBezTo>
                    <a:pt x="2331" y="11989"/>
                    <a:pt x="2548" y="12038"/>
                    <a:pt x="2774" y="12048"/>
                  </a:cubicBezTo>
                  <a:cubicBezTo>
                    <a:pt x="2823" y="12053"/>
                    <a:pt x="2872" y="12056"/>
                    <a:pt x="2920" y="12056"/>
                  </a:cubicBezTo>
                  <a:cubicBezTo>
                    <a:pt x="2968" y="12056"/>
                    <a:pt x="3015" y="12053"/>
                    <a:pt x="3059" y="12048"/>
                  </a:cubicBezTo>
                  <a:lnTo>
                    <a:pt x="7426" y="11832"/>
                  </a:lnTo>
                  <a:lnTo>
                    <a:pt x="7652" y="11822"/>
                  </a:lnTo>
                  <a:lnTo>
                    <a:pt x="9147" y="11743"/>
                  </a:lnTo>
                  <a:lnTo>
                    <a:pt x="9383" y="11733"/>
                  </a:lnTo>
                  <a:lnTo>
                    <a:pt x="16680" y="11379"/>
                  </a:lnTo>
                  <a:cubicBezTo>
                    <a:pt x="16680" y="11379"/>
                    <a:pt x="17782" y="9678"/>
                    <a:pt x="17693" y="5852"/>
                  </a:cubicBezTo>
                  <a:cubicBezTo>
                    <a:pt x="17683" y="5715"/>
                    <a:pt x="17683" y="5567"/>
                    <a:pt x="17674" y="5420"/>
                  </a:cubicBezTo>
                  <a:cubicBezTo>
                    <a:pt x="17654" y="4967"/>
                    <a:pt x="17624" y="4544"/>
                    <a:pt x="17595" y="4161"/>
                  </a:cubicBezTo>
                  <a:cubicBezTo>
                    <a:pt x="17310" y="1014"/>
                    <a:pt x="16582" y="1"/>
                    <a:pt x="1658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7"/>
            <p:cNvSpPr/>
            <p:nvPr/>
          </p:nvSpPr>
          <p:spPr>
            <a:xfrm>
              <a:off x="5991108" y="1701023"/>
              <a:ext cx="256225" cy="582091"/>
            </a:xfrm>
            <a:custGeom>
              <a:avLst/>
              <a:gdLst/>
              <a:ahLst/>
              <a:cxnLst/>
              <a:rect l="l" t="t" r="r" b="b"/>
              <a:pathLst>
                <a:path w="5243" h="11911" extrusionOk="0">
                  <a:moveTo>
                    <a:pt x="2627" y="0"/>
                  </a:moveTo>
                  <a:cubicBezTo>
                    <a:pt x="1171" y="0"/>
                    <a:pt x="1" y="2666"/>
                    <a:pt x="1" y="5950"/>
                  </a:cubicBezTo>
                  <a:cubicBezTo>
                    <a:pt x="1" y="9245"/>
                    <a:pt x="1171" y="11910"/>
                    <a:pt x="2627" y="11910"/>
                  </a:cubicBezTo>
                  <a:cubicBezTo>
                    <a:pt x="4072" y="11910"/>
                    <a:pt x="5243" y="9245"/>
                    <a:pt x="5243" y="5950"/>
                  </a:cubicBezTo>
                  <a:cubicBezTo>
                    <a:pt x="5243" y="2666"/>
                    <a:pt x="4072" y="0"/>
                    <a:pt x="262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7"/>
            <p:cNvSpPr/>
            <p:nvPr/>
          </p:nvSpPr>
          <p:spPr>
            <a:xfrm>
              <a:off x="5864730" y="1715928"/>
              <a:ext cx="316287" cy="516703"/>
            </a:xfrm>
            <a:custGeom>
              <a:avLst/>
              <a:gdLst/>
              <a:ahLst/>
              <a:cxnLst/>
              <a:rect l="l" t="t" r="r" b="b"/>
              <a:pathLst>
                <a:path w="6472" h="10573" extrusionOk="0">
                  <a:moveTo>
                    <a:pt x="325" y="0"/>
                  </a:moveTo>
                  <a:lnTo>
                    <a:pt x="0" y="40"/>
                  </a:lnTo>
                  <a:lnTo>
                    <a:pt x="0" y="10573"/>
                  </a:lnTo>
                  <a:lnTo>
                    <a:pt x="689" y="10573"/>
                  </a:lnTo>
                  <a:lnTo>
                    <a:pt x="6472" y="7878"/>
                  </a:lnTo>
                  <a:lnTo>
                    <a:pt x="6472" y="3924"/>
                  </a:lnTo>
                  <a:lnTo>
                    <a:pt x="32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7"/>
            <p:cNvSpPr/>
            <p:nvPr/>
          </p:nvSpPr>
          <p:spPr>
            <a:xfrm>
              <a:off x="6306419" y="1698139"/>
              <a:ext cx="91387" cy="574369"/>
            </a:xfrm>
            <a:custGeom>
              <a:avLst/>
              <a:gdLst/>
              <a:ahLst/>
              <a:cxnLst/>
              <a:rect l="l" t="t" r="r" b="b"/>
              <a:pathLst>
                <a:path w="1870" h="11753" extrusionOk="0">
                  <a:moveTo>
                    <a:pt x="1" y="0"/>
                  </a:moveTo>
                  <a:cubicBezTo>
                    <a:pt x="718" y="1151"/>
                    <a:pt x="1181" y="2636"/>
                    <a:pt x="1387" y="4485"/>
                  </a:cubicBezTo>
                  <a:cubicBezTo>
                    <a:pt x="1653" y="6924"/>
                    <a:pt x="1476" y="9383"/>
                    <a:pt x="876" y="11753"/>
                  </a:cubicBezTo>
                  <a:lnTo>
                    <a:pt x="1112" y="11743"/>
                  </a:lnTo>
                  <a:cubicBezTo>
                    <a:pt x="1702" y="9363"/>
                    <a:pt x="1869" y="6894"/>
                    <a:pt x="1604" y="4465"/>
                  </a:cubicBezTo>
                  <a:cubicBezTo>
                    <a:pt x="1397" y="2636"/>
                    <a:pt x="954" y="1161"/>
                    <a:pt x="256" y="0"/>
                  </a:cubicBezTo>
                  <a:close/>
                </a:path>
              </a:pathLst>
            </a:custGeom>
            <a:solidFill>
              <a:schemeClr val="accent6"/>
            </a:solid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7"/>
            <p:cNvSpPr/>
            <p:nvPr/>
          </p:nvSpPr>
          <p:spPr>
            <a:xfrm>
              <a:off x="6389107" y="1697162"/>
              <a:ext cx="91827" cy="571046"/>
            </a:xfrm>
            <a:custGeom>
              <a:avLst/>
              <a:gdLst/>
              <a:ahLst/>
              <a:cxnLst/>
              <a:rect l="l" t="t" r="r" b="b"/>
              <a:pathLst>
                <a:path w="1879" h="11685" extrusionOk="0">
                  <a:moveTo>
                    <a:pt x="0" y="1"/>
                  </a:moveTo>
                  <a:cubicBezTo>
                    <a:pt x="728" y="1161"/>
                    <a:pt x="1190" y="2646"/>
                    <a:pt x="1397" y="4505"/>
                  </a:cubicBezTo>
                  <a:cubicBezTo>
                    <a:pt x="1662" y="6914"/>
                    <a:pt x="1495" y="9344"/>
                    <a:pt x="915" y="11684"/>
                  </a:cubicBezTo>
                  <a:lnTo>
                    <a:pt x="1151" y="11674"/>
                  </a:lnTo>
                  <a:cubicBezTo>
                    <a:pt x="1721" y="9324"/>
                    <a:pt x="1879" y="6895"/>
                    <a:pt x="1613" y="4485"/>
                  </a:cubicBezTo>
                  <a:cubicBezTo>
                    <a:pt x="1416" y="2646"/>
                    <a:pt x="974" y="1171"/>
                    <a:pt x="266" y="1"/>
                  </a:cubicBezTo>
                  <a:close/>
                </a:path>
              </a:pathLst>
            </a:custGeom>
            <a:solidFill>
              <a:schemeClr val="accent6"/>
            </a:solid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7"/>
            <p:cNvSpPr/>
            <p:nvPr/>
          </p:nvSpPr>
          <p:spPr>
            <a:xfrm>
              <a:off x="6565480" y="1913949"/>
              <a:ext cx="206231" cy="90849"/>
            </a:xfrm>
            <a:custGeom>
              <a:avLst/>
              <a:gdLst/>
              <a:ahLst/>
              <a:cxnLst/>
              <a:rect l="l" t="t" r="r" b="b"/>
              <a:pathLst>
                <a:path w="4220" h="1859" extrusionOk="0">
                  <a:moveTo>
                    <a:pt x="4003" y="226"/>
                  </a:moveTo>
                  <a:lnTo>
                    <a:pt x="4003" y="1633"/>
                  </a:lnTo>
                  <a:lnTo>
                    <a:pt x="227" y="1633"/>
                  </a:lnTo>
                  <a:lnTo>
                    <a:pt x="227" y="226"/>
                  </a:lnTo>
                  <a:close/>
                  <a:moveTo>
                    <a:pt x="118" y="0"/>
                  </a:moveTo>
                  <a:cubicBezTo>
                    <a:pt x="50" y="0"/>
                    <a:pt x="0" y="49"/>
                    <a:pt x="0" y="108"/>
                  </a:cubicBezTo>
                  <a:lnTo>
                    <a:pt x="0" y="1751"/>
                  </a:lnTo>
                  <a:cubicBezTo>
                    <a:pt x="0" y="1810"/>
                    <a:pt x="50" y="1859"/>
                    <a:pt x="118" y="1859"/>
                  </a:cubicBezTo>
                  <a:lnTo>
                    <a:pt x="4111" y="1859"/>
                  </a:lnTo>
                  <a:cubicBezTo>
                    <a:pt x="4170" y="1859"/>
                    <a:pt x="4220" y="1810"/>
                    <a:pt x="4220" y="1751"/>
                  </a:cubicBezTo>
                  <a:lnTo>
                    <a:pt x="4220" y="108"/>
                  </a:lnTo>
                  <a:cubicBezTo>
                    <a:pt x="4220" y="49"/>
                    <a:pt x="4170" y="0"/>
                    <a:pt x="4111" y="0"/>
                  </a:cubicBezTo>
                  <a:close/>
                </a:path>
              </a:pathLst>
            </a:custGeom>
            <a:solidFill>
              <a:schemeClr val="accent6"/>
            </a:solid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7"/>
            <p:cNvSpPr/>
            <p:nvPr/>
          </p:nvSpPr>
          <p:spPr>
            <a:xfrm>
              <a:off x="5651314" y="1715928"/>
              <a:ext cx="247087" cy="525353"/>
            </a:xfrm>
            <a:custGeom>
              <a:avLst/>
              <a:gdLst/>
              <a:ahLst/>
              <a:cxnLst/>
              <a:rect l="l" t="t" r="r" b="b"/>
              <a:pathLst>
                <a:path w="5056" h="10750" extrusionOk="0">
                  <a:moveTo>
                    <a:pt x="4692" y="0"/>
                  </a:moveTo>
                  <a:lnTo>
                    <a:pt x="30" y="295"/>
                  </a:lnTo>
                  <a:lnTo>
                    <a:pt x="1" y="10750"/>
                  </a:lnTo>
                  <a:lnTo>
                    <a:pt x="5056" y="10573"/>
                  </a:lnTo>
                  <a:lnTo>
                    <a:pt x="469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7"/>
            <p:cNvSpPr/>
            <p:nvPr/>
          </p:nvSpPr>
          <p:spPr>
            <a:xfrm>
              <a:off x="6263657" y="2170517"/>
              <a:ext cx="513819" cy="787833"/>
            </a:xfrm>
            <a:custGeom>
              <a:avLst/>
              <a:gdLst/>
              <a:ahLst/>
              <a:cxnLst/>
              <a:rect l="l" t="t" r="r" b="b"/>
              <a:pathLst>
                <a:path w="10514" h="16121" extrusionOk="0">
                  <a:moveTo>
                    <a:pt x="6783" y="0"/>
                  </a:moveTo>
                  <a:cubicBezTo>
                    <a:pt x="6781" y="0"/>
                    <a:pt x="6779" y="1"/>
                    <a:pt x="6776" y="2"/>
                  </a:cubicBezTo>
                  <a:cubicBezTo>
                    <a:pt x="6413" y="179"/>
                    <a:pt x="5960" y="3011"/>
                    <a:pt x="5960" y="3011"/>
                  </a:cubicBezTo>
                  <a:lnTo>
                    <a:pt x="3728" y="1870"/>
                  </a:lnTo>
                  <a:cubicBezTo>
                    <a:pt x="3728" y="1870"/>
                    <a:pt x="876" y="2047"/>
                    <a:pt x="777" y="2175"/>
                  </a:cubicBezTo>
                  <a:cubicBezTo>
                    <a:pt x="689" y="2303"/>
                    <a:pt x="777" y="3778"/>
                    <a:pt x="777" y="3778"/>
                  </a:cubicBezTo>
                  <a:cubicBezTo>
                    <a:pt x="777" y="3778"/>
                    <a:pt x="177" y="4516"/>
                    <a:pt x="89" y="5283"/>
                  </a:cubicBezTo>
                  <a:cubicBezTo>
                    <a:pt x="0" y="6050"/>
                    <a:pt x="4101" y="9837"/>
                    <a:pt x="4101" y="9837"/>
                  </a:cubicBezTo>
                  <a:lnTo>
                    <a:pt x="4957" y="16121"/>
                  </a:lnTo>
                  <a:lnTo>
                    <a:pt x="10514" y="15029"/>
                  </a:lnTo>
                  <a:cubicBezTo>
                    <a:pt x="10514" y="15029"/>
                    <a:pt x="7189" y="0"/>
                    <a:pt x="6783" y="0"/>
                  </a:cubicBezTo>
                  <a:close/>
                </a:path>
              </a:pathLst>
            </a:custGeom>
            <a:solidFill>
              <a:srgbClr val="F9C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7"/>
            <p:cNvSpPr/>
            <p:nvPr/>
          </p:nvSpPr>
          <p:spPr>
            <a:xfrm>
              <a:off x="6258379" y="2229112"/>
              <a:ext cx="211021" cy="426928"/>
            </a:xfrm>
            <a:custGeom>
              <a:avLst/>
              <a:gdLst/>
              <a:ahLst/>
              <a:cxnLst/>
              <a:rect l="l" t="t" r="r" b="b"/>
              <a:pathLst>
                <a:path w="4318" h="8736" extrusionOk="0">
                  <a:moveTo>
                    <a:pt x="1059" y="1"/>
                  </a:moveTo>
                  <a:cubicBezTo>
                    <a:pt x="1018" y="1"/>
                    <a:pt x="976" y="28"/>
                    <a:pt x="954" y="72"/>
                  </a:cubicBezTo>
                  <a:cubicBezTo>
                    <a:pt x="944" y="101"/>
                    <a:pt x="541" y="986"/>
                    <a:pt x="826" y="2432"/>
                  </a:cubicBezTo>
                  <a:cubicBezTo>
                    <a:pt x="679" y="2658"/>
                    <a:pt x="0" y="3740"/>
                    <a:pt x="226" y="4359"/>
                  </a:cubicBezTo>
                  <a:cubicBezTo>
                    <a:pt x="462" y="5018"/>
                    <a:pt x="3973" y="8559"/>
                    <a:pt x="4121" y="8706"/>
                  </a:cubicBezTo>
                  <a:cubicBezTo>
                    <a:pt x="4140" y="8726"/>
                    <a:pt x="4170" y="8736"/>
                    <a:pt x="4199" y="8736"/>
                  </a:cubicBezTo>
                  <a:cubicBezTo>
                    <a:pt x="4229" y="8736"/>
                    <a:pt x="4259" y="8726"/>
                    <a:pt x="4278" y="8706"/>
                  </a:cubicBezTo>
                  <a:cubicBezTo>
                    <a:pt x="4318" y="8667"/>
                    <a:pt x="4318" y="8598"/>
                    <a:pt x="4278" y="8549"/>
                  </a:cubicBezTo>
                  <a:cubicBezTo>
                    <a:pt x="3265" y="7536"/>
                    <a:pt x="610" y="4792"/>
                    <a:pt x="433" y="4291"/>
                  </a:cubicBezTo>
                  <a:cubicBezTo>
                    <a:pt x="266" y="3809"/>
                    <a:pt x="806" y="2845"/>
                    <a:pt x="1033" y="2520"/>
                  </a:cubicBezTo>
                  <a:cubicBezTo>
                    <a:pt x="1052" y="2491"/>
                    <a:pt x="1062" y="2461"/>
                    <a:pt x="1052" y="2432"/>
                  </a:cubicBezTo>
                  <a:cubicBezTo>
                    <a:pt x="767" y="1035"/>
                    <a:pt x="1161" y="170"/>
                    <a:pt x="1161" y="160"/>
                  </a:cubicBezTo>
                  <a:cubicBezTo>
                    <a:pt x="1180" y="101"/>
                    <a:pt x="1161" y="42"/>
                    <a:pt x="1102" y="13"/>
                  </a:cubicBezTo>
                  <a:cubicBezTo>
                    <a:pt x="1088" y="5"/>
                    <a:pt x="1074" y="1"/>
                    <a:pt x="10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7"/>
            <p:cNvSpPr/>
            <p:nvPr/>
          </p:nvSpPr>
          <p:spPr>
            <a:xfrm>
              <a:off x="6439248" y="2253401"/>
              <a:ext cx="169530" cy="134490"/>
            </a:xfrm>
            <a:custGeom>
              <a:avLst/>
              <a:gdLst/>
              <a:ahLst/>
              <a:cxnLst/>
              <a:rect l="l" t="t" r="r" b="b"/>
              <a:pathLst>
                <a:path w="3469" h="2752" extrusionOk="0">
                  <a:moveTo>
                    <a:pt x="164" y="0"/>
                  </a:moveTo>
                  <a:cubicBezTo>
                    <a:pt x="59" y="0"/>
                    <a:pt x="1" y="164"/>
                    <a:pt x="135" y="214"/>
                  </a:cubicBezTo>
                  <a:cubicBezTo>
                    <a:pt x="744" y="519"/>
                    <a:pt x="2397" y="1374"/>
                    <a:pt x="2662" y="1728"/>
                  </a:cubicBezTo>
                  <a:cubicBezTo>
                    <a:pt x="2888" y="2033"/>
                    <a:pt x="3075" y="2358"/>
                    <a:pt x="3242" y="2692"/>
                  </a:cubicBezTo>
                  <a:cubicBezTo>
                    <a:pt x="3262" y="2731"/>
                    <a:pt x="3301" y="2751"/>
                    <a:pt x="3341" y="2751"/>
                  </a:cubicBezTo>
                  <a:cubicBezTo>
                    <a:pt x="3360" y="2751"/>
                    <a:pt x="3380" y="2751"/>
                    <a:pt x="3390" y="2741"/>
                  </a:cubicBezTo>
                  <a:cubicBezTo>
                    <a:pt x="3449" y="2712"/>
                    <a:pt x="3469" y="2653"/>
                    <a:pt x="3449" y="2594"/>
                  </a:cubicBezTo>
                  <a:cubicBezTo>
                    <a:pt x="3272" y="2250"/>
                    <a:pt x="3075" y="1915"/>
                    <a:pt x="2839" y="1600"/>
                  </a:cubicBezTo>
                  <a:cubicBezTo>
                    <a:pt x="2485" y="1128"/>
                    <a:pt x="321" y="66"/>
                    <a:pt x="223" y="17"/>
                  </a:cubicBezTo>
                  <a:cubicBezTo>
                    <a:pt x="202" y="5"/>
                    <a:pt x="182" y="0"/>
                    <a:pt x="1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7"/>
            <p:cNvSpPr/>
            <p:nvPr/>
          </p:nvSpPr>
          <p:spPr>
            <a:xfrm>
              <a:off x="6392430" y="2565191"/>
              <a:ext cx="1275165" cy="1094932"/>
            </a:xfrm>
            <a:custGeom>
              <a:avLst/>
              <a:gdLst/>
              <a:ahLst/>
              <a:cxnLst/>
              <a:rect l="l" t="t" r="r" b="b"/>
              <a:pathLst>
                <a:path w="26093" h="22405" extrusionOk="0">
                  <a:moveTo>
                    <a:pt x="20152" y="0"/>
                  </a:moveTo>
                  <a:lnTo>
                    <a:pt x="8469" y="7278"/>
                  </a:lnTo>
                  <a:lnTo>
                    <a:pt x="7682" y="4711"/>
                  </a:lnTo>
                  <a:lnTo>
                    <a:pt x="817" y="5872"/>
                  </a:lnTo>
                  <a:lnTo>
                    <a:pt x="1643" y="10582"/>
                  </a:lnTo>
                  <a:cubicBezTo>
                    <a:pt x="1643" y="10582"/>
                    <a:pt x="1" y="12431"/>
                    <a:pt x="748" y="15441"/>
                  </a:cubicBezTo>
                  <a:cubicBezTo>
                    <a:pt x="1454" y="18235"/>
                    <a:pt x="3218" y="22404"/>
                    <a:pt x="8204" y="22404"/>
                  </a:cubicBezTo>
                  <a:cubicBezTo>
                    <a:pt x="8570" y="22404"/>
                    <a:pt x="8953" y="22382"/>
                    <a:pt x="9354" y="22335"/>
                  </a:cubicBezTo>
                  <a:cubicBezTo>
                    <a:pt x="15235" y="21656"/>
                    <a:pt x="21795" y="17073"/>
                    <a:pt x="21795" y="17073"/>
                  </a:cubicBezTo>
                  <a:lnTo>
                    <a:pt x="26093" y="8055"/>
                  </a:lnTo>
                  <a:lnTo>
                    <a:pt x="2015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7"/>
            <p:cNvSpPr/>
            <p:nvPr/>
          </p:nvSpPr>
          <p:spPr>
            <a:xfrm>
              <a:off x="6398197" y="2540707"/>
              <a:ext cx="1032916" cy="1113601"/>
            </a:xfrm>
            <a:custGeom>
              <a:avLst/>
              <a:gdLst/>
              <a:ahLst/>
              <a:cxnLst/>
              <a:rect l="l" t="t" r="r" b="b"/>
              <a:pathLst>
                <a:path w="21136" h="22787" extrusionOk="0">
                  <a:moveTo>
                    <a:pt x="21004" y="1"/>
                  </a:moveTo>
                  <a:cubicBezTo>
                    <a:pt x="20974" y="1"/>
                    <a:pt x="20945" y="13"/>
                    <a:pt x="20929" y="39"/>
                  </a:cubicBezTo>
                  <a:lnTo>
                    <a:pt x="12029" y="10385"/>
                  </a:lnTo>
                  <a:cubicBezTo>
                    <a:pt x="11606" y="9549"/>
                    <a:pt x="11104" y="8753"/>
                    <a:pt x="10524" y="8025"/>
                  </a:cubicBezTo>
                  <a:cubicBezTo>
                    <a:pt x="10233" y="7644"/>
                    <a:pt x="9577" y="7558"/>
                    <a:pt x="9051" y="7558"/>
                  </a:cubicBezTo>
                  <a:cubicBezTo>
                    <a:pt x="8761" y="7558"/>
                    <a:pt x="8510" y="7584"/>
                    <a:pt x="8380" y="7602"/>
                  </a:cubicBezTo>
                  <a:lnTo>
                    <a:pt x="7672" y="5143"/>
                  </a:lnTo>
                  <a:cubicBezTo>
                    <a:pt x="7664" y="5092"/>
                    <a:pt x="7617" y="5063"/>
                    <a:pt x="7573" y="5063"/>
                  </a:cubicBezTo>
                  <a:cubicBezTo>
                    <a:pt x="7567" y="5063"/>
                    <a:pt x="7560" y="5063"/>
                    <a:pt x="7554" y="5065"/>
                  </a:cubicBezTo>
                  <a:lnTo>
                    <a:pt x="355" y="6569"/>
                  </a:lnTo>
                  <a:cubicBezTo>
                    <a:pt x="296" y="6579"/>
                    <a:pt x="267" y="6628"/>
                    <a:pt x="276" y="6687"/>
                  </a:cubicBezTo>
                  <a:lnTo>
                    <a:pt x="866" y="9893"/>
                  </a:lnTo>
                  <a:cubicBezTo>
                    <a:pt x="1" y="11280"/>
                    <a:pt x="21" y="12775"/>
                    <a:pt x="178" y="13788"/>
                  </a:cubicBezTo>
                  <a:cubicBezTo>
                    <a:pt x="571" y="16188"/>
                    <a:pt x="1083" y="18676"/>
                    <a:pt x="2676" y="20515"/>
                  </a:cubicBezTo>
                  <a:cubicBezTo>
                    <a:pt x="3886" y="21892"/>
                    <a:pt x="5459" y="22649"/>
                    <a:pt x="7357" y="22767"/>
                  </a:cubicBezTo>
                  <a:cubicBezTo>
                    <a:pt x="7534" y="22787"/>
                    <a:pt x="7702" y="22787"/>
                    <a:pt x="7879" y="22787"/>
                  </a:cubicBezTo>
                  <a:cubicBezTo>
                    <a:pt x="11488" y="22787"/>
                    <a:pt x="15609" y="20554"/>
                    <a:pt x="18195" y="18253"/>
                  </a:cubicBezTo>
                  <a:cubicBezTo>
                    <a:pt x="18280" y="18176"/>
                    <a:pt x="18207" y="18056"/>
                    <a:pt x="18120" y="18056"/>
                  </a:cubicBezTo>
                  <a:cubicBezTo>
                    <a:pt x="18096" y="18056"/>
                    <a:pt x="18071" y="18065"/>
                    <a:pt x="18048" y="18086"/>
                  </a:cubicBezTo>
                  <a:cubicBezTo>
                    <a:pt x="15495" y="20366"/>
                    <a:pt x="11429" y="22566"/>
                    <a:pt x="7883" y="22566"/>
                  </a:cubicBezTo>
                  <a:cubicBezTo>
                    <a:pt x="7713" y="22566"/>
                    <a:pt x="7544" y="22561"/>
                    <a:pt x="7377" y="22551"/>
                  </a:cubicBezTo>
                  <a:cubicBezTo>
                    <a:pt x="5528" y="22433"/>
                    <a:pt x="4014" y="21695"/>
                    <a:pt x="2843" y="20358"/>
                  </a:cubicBezTo>
                  <a:cubicBezTo>
                    <a:pt x="1279" y="18568"/>
                    <a:pt x="798" y="16207"/>
                    <a:pt x="404" y="13749"/>
                  </a:cubicBezTo>
                  <a:cubicBezTo>
                    <a:pt x="247" y="12775"/>
                    <a:pt x="227" y="11319"/>
                    <a:pt x="1063" y="9992"/>
                  </a:cubicBezTo>
                  <a:cubicBezTo>
                    <a:pt x="1102" y="9923"/>
                    <a:pt x="1152" y="9844"/>
                    <a:pt x="1083" y="9785"/>
                  </a:cubicBezTo>
                  <a:lnTo>
                    <a:pt x="1063" y="9775"/>
                  </a:lnTo>
                  <a:lnTo>
                    <a:pt x="503" y="6756"/>
                  </a:lnTo>
                  <a:lnTo>
                    <a:pt x="7495" y="5301"/>
                  </a:lnTo>
                  <a:lnTo>
                    <a:pt x="8193" y="7749"/>
                  </a:lnTo>
                  <a:cubicBezTo>
                    <a:pt x="8211" y="7793"/>
                    <a:pt x="8252" y="7830"/>
                    <a:pt x="8303" y="7830"/>
                  </a:cubicBezTo>
                  <a:cubicBezTo>
                    <a:pt x="8309" y="7830"/>
                    <a:pt x="8315" y="7829"/>
                    <a:pt x="8321" y="7828"/>
                  </a:cubicBezTo>
                  <a:cubicBezTo>
                    <a:pt x="8481" y="7803"/>
                    <a:pt x="8748" y="7776"/>
                    <a:pt x="9041" y="7776"/>
                  </a:cubicBezTo>
                  <a:cubicBezTo>
                    <a:pt x="9544" y="7776"/>
                    <a:pt x="10121" y="7854"/>
                    <a:pt x="10357" y="8153"/>
                  </a:cubicBezTo>
                  <a:cubicBezTo>
                    <a:pt x="10957" y="8910"/>
                    <a:pt x="11478" y="9746"/>
                    <a:pt x="11891" y="10631"/>
                  </a:cubicBezTo>
                  <a:cubicBezTo>
                    <a:pt x="11901" y="10660"/>
                    <a:pt x="11931" y="10690"/>
                    <a:pt x="11970" y="10700"/>
                  </a:cubicBezTo>
                  <a:cubicBezTo>
                    <a:pt x="12009" y="10700"/>
                    <a:pt x="12049" y="10690"/>
                    <a:pt x="12078" y="10660"/>
                  </a:cubicBezTo>
                  <a:lnTo>
                    <a:pt x="21097" y="186"/>
                  </a:lnTo>
                  <a:cubicBezTo>
                    <a:pt x="21136" y="137"/>
                    <a:pt x="21126" y="68"/>
                    <a:pt x="21077" y="29"/>
                  </a:cubicBezTo>
                  <a:cubicBezTo>
                    <a:pt x="21058" y="11"/>
                    <a:pt x="21031" y="1"/>
                    <a:pt x="2100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7"/>
            <p:cNvSpPr/>
            <p:nvPr/>
          </p:nvSpPr>
          <p:spPr>
            <a:xfrm>
              <a:off x="7829116" y="2201745"/>
              <a:ext cx="384460" cy="573050"/>
            </a:xfrm>
            <a:custGeom>
              <a:avLst/>
              <a:gdLst/>
              <a:ahLst/>
              <a:cxnLst/>
              <a:rect l="l" t="t" r="r" b="b"/>
              <a:pathLst>
                <a:path w="7867" h="11726" extrusionOk="0">
                  <a:moveTo>
                    <a:pt x="2812" y="3287"/>
                  </a:moveTo>
                  <a:cubicBezTo>
                    <a:pt x="3156" y="3287"/>
                    <a:pt x="3500" y="3366"/>
                    <a:pt x="3805" y="3513"/>
                  </a:cubicBezTo>
                  <a:cubicBezTo>
                    <a:pt x="3776" y="3661"/>
                    <a:pt x="3736" y="3798"/>
                    <a:pt x="3668" y="3936"/>
                  </a:cubicBezTo>
                  <a:cubicBezTo>
                    <a:pt x="3382" y="4595"/>
                    <a:pt x="2733" y="5057"/>
                    <a:pt x="2074" y="5057"/>
                  </a:cubicBezTo>
                  <a:cubicBezTo>
                    <a:pt x="1907" y="5057"/>
                    <a:pt x="1740" y="5018"/>
                    <a:pt x="1592" y="4929"/>
                  </a:cubicBezTo>
                  <a:cubicBezTo>
                    <a:pt x="1327" y="4752"/>
                    <a:pt x="1238" y="4349"/>
                    <a:pt x="1396" y="4015"/>
                  </a:cubicBezTo>
                  <a:cubicBezTo>
                    <a:pt x="1573" y="3690"/>
                    <a:pt x="1887" y="3454"/>
                    <a:pt x="2251" y="3366"/>
                  </a:cubicBezTo>
                  <a:cubicBezTo>
                    <a:pt x="2438" y="3316"/>
                    <a:pt x="2625" y="3287"/>
                    <a:pt x="2812" y="3287"/>
                  </a:cubicBezTo>
                  <a:close/>
                  <a:moveTo>
                    <a:pt x="4615" y="6797"/>
                  </a:moveTo>
                  <a:cubicBezTo>
                    <a:pt x="4637" y="6797"/>
                    <a:pt x="4659" y="6797"/>
                    <a:pt x="4681" y="6798"/>
                  </a:cubicBezTo>
                  <a:cubicBezTo>
                    <a:pt x="4946" y="6798"/>
                    <a:pt x="5221" y="6837"/>
                    <a:pt x="5487" y="6926"/>
                  </a:cubicBezTo>
                  <a:cubicBezTo>
                    <a:pt x="5477" y="7014"/>
                    <a:pt x="5467" y="7103"/>
                    <a:pt x="5448" y="7191"/>
                  </a:cubicBezTo>
                  <a:cubicBezTo>
                    <a:pt x="5369" y="7722"/>
                    <a:pt x="5162" y="8440"/>
                    <a:pt x="4612" y="8844"/>
                  </a:cubicBezTo>
                  <a:cubicBezTo>
                    <a:pt x="4395" y="8993"/>
                    <a:pt x="4138" y="9075"/>
                    <a:pt x="3876" y="9075"/>
                  </a:cubicBezTo>
                  <a:cubicBezTo>
                    <a:pt x="3793" y="9075"/>
                    <a:pt x="3710" y="9067"/>
                    <a:pt x="3628" y="9050"/>
                  </a:cubicBezTo>
                  <a:cubicBezTo>
                    <a:pt x="3382" y="9011"/>
                    <a:pt x="3166" y="8883"/>
                    <a:pt x="3028" y="8676"/>
                  </a:cubicBezTo>
                  <a:cubicBezTo>
                    <a:pt x="2881" y="8440"/>
                    <a:pt x="2861" y="8155"/>
                    <a:pt x="2959" y="7899"/>
                  </a:cubicBezTo>
                  <a:cubicBezTo>
                    <a:pt x="3127" y="7447"/>
                    <a:pt x="3481" y="7083"/>
                    <a:pt x="3943" y="6916"/>
                  </a:cubicBezTo>
                  <a:cubicBezTo>
                    <a:pt x="4159" y="6844"/>
                    <a:pt x="4383" y="6797"/>
                    <a:pt x="4615" y="6797"/>
                  </a:cubicBezTo>
                  <a:close/>
                  <a:moveTo>
                    <a:pt x="1447" y="0"/>
                  </a:moveTo>
                  <a:cubicBezTo>
                    <a:pt x="983" y="0"/>
                    <a:pt x="521" y="141"/>
                    <a:pt x="127" y="415"/>
                  </a:cubicBezTo>
                  <a:cubicBezTo>
                    <a:pt x="1" y="518"/>
                    <a:pt x="90" y="697"/>
                    <a:pt x="217" y="697"/>
                  </a:cubicBezTo>
                  <a:cubicBezTo>
                    <a:pt x="248" y="697"/>
                    <a:pt x="281" y="686"/>
                    <a:pt x="314" y="661"/>
                  </a:cubicBezTo>
                  <a:cubicBezTo>
                    <a:pt x="651" y="425"/>
                    <a:pt x="1044" y="306"/>
                    <a:pt x="1441" y="306"/>
                  </a:cubicBezTo>
                  <a:cubicBezTo>
                    <a:pt x="1705" y="306"/>
                    <a:pt x="1970" y="358"/>
                    <a:pt x="2222" y="464"/>
                  </a:cubicBezTo>
                  <a:cubicBezTo>
                    <a:pt x="2841" y="740"/>
                    <a:pt x="3343" y="1251"/>
                    <a:pt x="3609" y="1890"/>
                  </a:cubicBezTo>
                  <a:cubicBezTo>
                    <a:pt x="3795" y="2294"/>
                    <a:pt x="3874" y="2746"/>
                    <a:pt x="3854" y="3198"/>
                  </a:cubicBezTo>
                  <a:cubicBezTo>
                    <a:pt x="3531" y="3055"/>
                    <a:pt x="3185" y="2984"/>
                    <a:pt x="2838" y="2984"/>
                  </a:cubicBezTo>
                  <a:cubicBezTo>
                    <a:pt x="2615" y="2984"/>
                    <a:pt x="2392" y="3013"/>
                    <a:pt x="2173" y="3071"/>
                  </a:cubicBezTo>
                  <a:cubicBezTo>
                    <a:pt x="1720" y="3179"/>
                    <a:pt x="1337" y="3484"/>
                    <a:pt x="1120" y="3887"/>
                  </a:cubicBezTo>
                  <a:cubicBezTo>
                    <a:pt x="904" y="4359"/>
                    <a:pt x="1042" y="4929"/>
                    <a:pt x="1425" y="5185"/>
                  </a:cubicBezTo>
                  <a:cubicBezTo>
                    <a:pt x="1608" y="5304"/>
                    <a:pt x="1816" y="5363"/>
                    <a:pt x="2026" y="5363"/>
                  </a:cubicBezTo>
                  <a:cubicBezTo>
                    <a:pt x="2042" y="5363"/>
                    <a:pt x="2058" y="5363"/>
                    <a:pt x="2074" y="5362"/>
                  </a:cubicBezTo>
                  <a:cubicBezTo>
                    <a:pt x="2851" y="5362"/>
                    <a:pt x="3618" y="4831"/>
                    <a:pt x="3953" y="4064"/>
                  </a:cubicBezTo>
                  <a:cubicBezTo>
                    <a:pt x="4012" y="3936"/>
                    <a:pt x="4061" y="3798"/>
                    <a:pt x="4090" y="3661"/>
                  </a:cubicBezTo>
                  <a:cubicBezTo>
                    <a:pt x="4376" y="3838"/>
                    <a:pt x="4631" y="4064"/>
                    <a:pt x="4828" y="4339"/>
                  </a:cubicBezTo>
                  <a:cubicBezTo>
                    <a:pt x="5280" y="4939"/>
                    <a:pt x="5516" y="5755"/>
                    <a:pt x="5487" y="6611"/>
                  </a:cubicBezTo>
                  <a:cubicBezTo>
                    <a:pt x="5228" y="6531"/>
                    <a:pt x="4960" y="6492"/>
                    <a:pt x="4692" y="6492"/>
                  </a:cubicBezTo>
                  <a:cubicBezTo>
                    <a:pt x="4400" y="6492"/>
                    <a:pt x="4107" y="6538"/>
                    <a:pt x="3825" y="6631"/>
                  </a:cubicBezTo>
                  <a:cubicBezTo>
                    <a:pt x="3284" y="6837"/>
                    <a:pt x="2861" y="7260"/>
                    <a:pt x="2655" y="7801"/>
                  </a:cubicBezTo>
                  <a:cubicBezTo>
                    <a:pt x="2389" y="8489"/>
                    <a:pt x="2832" y="9257"/>
                    <a:pt x="3559" y="9355"/>
                  </a:cubicBezTo>
                  <a:cubicBezTo>
                    <a:pt x="3659" y="9373"/>
                    <a:pt x="3759" y="9383"/>
                    <a:pt x="3860" y="9383"/>
                  </a:cubicBezTo>
                  <a:cubicBezTo>
                    <a:pt x="4186" y="9383"/>
                    <a:pt x="4508" y="9285"/>
                    <a:pt x="4779" y="9089"/>
                  </a:cubicBezTo>
                  <a:cubicBezTo>
                    <a:pt x="5418" y="8627"/>
                    <a:pt x="5654" y="7831"/>
                    <a:pt x="5743" y="7240"/>
                  </a:cubicBezTo>
                  <a:cubicBezTo>
                    <a:pt x="5753" y="7162"/>
                    <a:pt x="5762" y="7113"/>
                    <a:pt x="5772" y="7044"/>
                  </a:cubicBezTo>
                  <a:cubicBezTo>
                    <a:pt x="6274" y="7270"/>
                    <a:pt x="6687" y="7644"/>
                    <a:pt x="6962" y="8126"/>
                  </a:cubicBezTo>
                  <a:cubicBezTo>
                    <a:pt x="7533" y="9129"/>
                    <a:pt x="7405" y="10506"/>
                    <a:pt x="6647" y="11479"/>
                  </a:cubicBezTo>
                  <a:cubicBezTo>
                    <a:pt x="6579" y="11578"/>
                    <a:pt x="6647" y="11725"/>
                    <a:pt x="6775" y="11725"/>
                  </a:cubicBezTo>
                  <a:cubicBezTo>
                    <a:pt x="6825" y="11725"/>
                    <a:pt x="6874" y="11705"/>
                    <a:pt x="6903" y="11666"/>
                  </a:cubicBezTo>
                  <a:cubicBezTo>
                    <a:pt x="7729" y="10604"/>
                    <a:pt x="7867" y="9070"/>
                    <a:pt x="7238" y="7968"/>
                  </a:cubicBezTo>
                  <a:cubicBezTo>
                    <a:pt x="6913" y="7408"/>
                    <a:pt x="6402" y="6965"/>
                    <a:pt x="5802" y="6719"/>
                  </a:cubicBezTo>
                  <a:cubicBezTo>
                    <a:pt x="5841" y="5746"/>
                    <a:pt x="5595" y="4831"/>
                    <a:pt x="5084" y="4152"/>
                  </a:cubicBezTo>
                  <a:cubicBezTo>
                    <a:pt x="4828" y="3818"/>
                    <a:pt x="4513" y="3543"/>
                    <a:pt x="4149" y="3336"/>
                  </a:cubicBezTo>
                  <a:cubicBezTo>
                    <a:pt x="4199" y="2795"/>
                    <a:pt x="4110" y="2254"/>
                    <a:pt x="3894" y="1763"/>
                  </a:cubicBezTo>
                  <a:cubicBezTo>
                    <a:pt x="3599" y="1054"/>
                    <a:pt x="3038" y="484"/>
                    <a:pt x="2330" y="179"/>
                  </a:cubicBezTo>
                  <a:cubicBezTo>
                    <a:pt x="2048" y="59"/>
                    <a:pt x="1747" y="0"/>
                    <a:pt x="14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7"/>
            <p:cNvSpPr/>
            <p:nvPr/>
          </p:nvSpPr>
          <p:spPr>
            <a:xfrm>
              <a:off x="5715725" y="2878742"/>
              <a:ext cx="156237" cy="404057"/>
            </a:xfrm>
            <a:custGeom>
              <a:avLst/>
              <a:gdLst/>
              <a:ahLst/>
              <a:cxnLst/>
              <a:rect l="l" t="t" r="r" b="b"/>
              <a:pathLst>
                <a:path w="3197" h="8268" extrusionOk="0">
                  <a:moveTo>
                    <a:pt x="2157" y="2869"/>
                  </a:moveTo>
                  <a:cubicBezTo>
                    <a:pt x="2403" y="2869"/>
                    <a:pt x="2649" y="2976"/>
                    <a:pt x="2754" y="3193"/>
                  </a:cubicBezTo>
                  <a:cubicBezTo>
                    <a:pt x="2853" y="3419"/>
                    <a:pt x="2803" y="3684"/>
                    <a:pt x="2636" y="3861"/>
                  </a:cubicBezTo>
                  <a:cubicBezTo>
                    <a:pt x="2449" y="4058"/>
                    <a:pt x="2194" y="4166"/>
                    <a:pt x="1938" y="4166"/>
                  </a:cubicBezTo>
                  <a:cubicBezTo>
                    <a:pt x="1623" y="4166"/>
                    <a:pt x="1309" y="4068"/>
                    <a:pt x="1063" y="3881"/>
                  </a:cubicBezTo>
                  <a:cubicBezTo>
                    <a:pt x="1063" y="3881"/>
                    <a:pt x="1063" y="3881"/>
                    <a:pt x="1073" y="3871"/>
                  </a:cubicBezTo>
                  <a:cubicBezTo>
                    <a:pt x="1250" y="3399"/>
                    <a:pt x="1486" y="3094"/>
                    <a:pt x="1810" y="2947"/>
                  </a:cubicBezTo>
                  <a:cubicBezTo>
                    <a:pt x="1914" y="2895"/>
                    <a:pt x="2036" y="2869"/>
                    <a:pt x="2157" y="2869"/>
                  </a:cubicBezTo>
                  <a:close/>
                  <a:moveTo>
                    <a:pt x="2407" y="1"/>
                  </a:moveTo>
                  <a:cubicBezTo>
                    <a:pt x="1552" y="1"/>
                    <a:pt x="754" y="600"/>
                    <a:pt x="384" y="1324"/>
                  </a:cubicBezTo>
                  <a:cubicBezTo>
                    <a:pt x="40" y="1944"/>
                    <a:pt x="1" y="2691"/>
                    <a:pt x="256" y="3350"/>
                  </a:cubicBezTo>
                  <a:cubicBezTo>
                    <a:pt x="364" y="3596"/>
                    <a:pt x="512" y="3802"/>
                    <a:pt x="699" y="3980"/>
                  </a:cubicBezTo>
                  <a:cubicBezTo>
                    <a:pt x="414" y="4815"/>
                    <a:pt x="453" y="5730"/>
                    <a:pt x="797" y="6546"/>
                  </a:cubicBezTo>
                  <a:cubicBezTo>
                    <a:pt x="1191" y="7441"/>
                    <a:pt x="1997" y="8081"/>
                    <a:pt x="2961" y="8267"/>
                  </a:cubicBezTo>
                  <a:lnTo>
                    <a:pt x="2990" y="8267"/>
                  </a:lnTo>
                  <a:cubicBezTo>
                    <a:pt x="3177" y="8267"/>
                    <a:pt x="3197" y="8002"/>
                    <a:pt x="3010" y="7963"/>
                  </a:cubicBezTo>
                  <a:cubicBezTo>
                    <a:pt x="2204" y="7835"/>
                    <a:pt x="1446" y="7225"/>
                    <a:pt x="1082" y="6419"/>
                  </a:cubicBezTo>
                  <a:cubicBezTo>
                    <a:pt x="778" y="5710"/>
                    <a:pt x="738" y="4924"/>
                    <a:pt x="964" y="4186"/>
                  </a:cubicBezTo>
                  <a:lnTo>
                    <a:pt x="964" y="4186"/>
                  </a:lnTo>
                  <a:cubicBezTo>
                    <a:pt x="1238" y="4374"/>
                    <a:pt x="1565" y="4482"/>
                    <a:pt x="1903" y="4482"/>
                  </a:cubicBezTo>
                  <a:cubicBezTo>
                    <a:pt x="1918" y="4482"/>
                    <a:pt x="1933" y="4481"/>
                    <a:pt x="1948" y="4481"/>
                  </a:cubicBezTo>
                  <a:cubicBezTo>
                    <a:pt x="2292" y="4471"/>
                    <a:pt x="2626" y="4324"/>
                    <a:pt x="2862" y="4078"/>
                  </a:cubicBezTo>
                  <a:cubicBezTo>
                    <a:pt x="3108" y="3802"/>
                    <a:pt x="3177" y="3399"/>
                    <a:pt x="3030" y="3065"/>
                  </a:cubicBezTo>
                  <a:cubicBezTo>
                    <a:pt x="2870" y="2725"/>
                    <a:pt x="2511" y="2566"/>
                    <a:pt x="2156" y="2566"/>
                  </a:cubicBezTo>
                  <a:cubicBezTo>
                    <a:pt x="1987" y="2566"/>
                    <a:pt x="1818" y="2602"/>
                    <a:pt x="1672" y="2671"/>
                  </a:cubicBezTo>
                  <a:cubicBezTo>
                    <a:pt x="1309" y="2849"/>
                    <a:pt x="1033" y="3173"/>
                    <a:pt x="817" y="3665"/>
                  </a:cubicBezTo>
                  <a:cubicBezTo>
                    <a:pt x="699" y="3537"/>
                    <a:pt x="610" y="3389"/>
                    <a:pt x="541" y="3232"/>
                  </a:cubicBezTo>
                  <a:cubicBezTo>
                    <a:pt x="315" y="2652"/>
                    <a:pt x="355" y="2003"/>
                    <a:pt x="659" y="1462"/>
                  </a:cubicBezTo>
                  <a:cubicBezTo>
                    <a:pt x="975" y="847"/>
                    <a:pt x="1684" y="311"/>
                    <a:pt x="2413" y="311"/>
                  </a:cubicBezTo>
                  <a:cubicBezTo>
                    <a:pt x="2570" y="311"/>
                    <a:pt x="2727" y="336"/>
                    <a:pt x="2882" y="390"/>
                  </a:cubicBezTo>
                  <a:cubicBezTo>
                    <a:pt x="2901" y="397"/>
                    <a:pt x="2920" y="400"/>
                    <a:pt x="2937" y="400"/>
                  </a:cubicBezTo>
                  <a:cubicBezTo>
                    <a:pt x="3086" y="400"/>
                    <a:pt x="3148" y="157"/>
                    <a:pt x="2980" y="95"/>
                  </a:cubicBezTo>
                  <a:cubicBezTo>
                    <a:pt x="2789" y="30"/>
                    <a:pt x="2597" y="1"/>
                    <a:pt x="24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7"/>
            <p:cNvSpPr/>
            <p:nvPr/>
          </p:nvSpPr>
          <p:spPr>
            <a:xfrm>
              <a:off x="7441136" y="3226550"/>
              <a:ext cx="485426" cy="173537"/>
            </a:xfrm>
            <a:custGeom>
              <a:avLst/>
              <a:gdLst/>
              <a:ahLst/>
              <a:cxnLst/>
              <a:rect l="l" t="t" r="r" b="b"/>
              <a:pathLst>
                <a:path w="9933" h="3551" extrusionOk="0">
                  <a:moveTo>
                    <a:pt x="5283" y="305"/>
                  </a:moveTo>
                  <a:cubicBezTo>
                    <a:pt x="5332" y="305"/>
                    <a:pt x="5391" y="314"/>
                    <a:pt x="5440" y="324"/>
                  </a:cubicBezTo>
                  <a:cubicBezTo>
                    <a:pt x="5725" y="364"/>
                    <a:pt x="5981" y="521"/>
                    <a:pt x="6138" y="767"/>
                  </a:cubicBezTo>
                  <a:cubicBezTo>
                    <a:pt x="6414" y="1209"/>
                    <a:pt x="6365" y="1839"/>
                    <a:pt x="6001" y="2311"/>
                  </a:cubicBezTo>
                  <a:cubicBezTo>
                    <a:pt x="5883" y="2468"/>
                    <a:pt x="5735" y="2616"/>
                    <a:pt x="5568" y="2724"/>
                  </a:cubicBezTo>
                  <a:cubicBezTo>
                    <a:pt x="5470" y="2665"/>
                    <a:pt x="5371" y="2606"/>
                    <a:pt x="5283" y="2537"/>
                  </a:cubicBezTo>
                  <a:cubicBezTo>
                    <a:pt x="4889" y="2232"/>
                    <a:pt x="4634" y="1908"/>
                    <a:pt x="4525" y="1554"/>
                  </a:cubicBezTo>
                  <a:cubicBezTo>
                    <a:pt x="4398" y="1150"/>
                    <a:pt x="4506" y="708"/>
                    <a:pt x="4781" y="482"/>
                  </a:cubicBezTo>
                  <a:cubicBezTo>
                    <a:pt x="4919" y="364"/>
                    <a:pt x="5096" y="305"/>
                    <a:pt x="5283" y="305"/>
                  </a:cubicBezTo>
                  <a:close/>
                  <a:moveTo>
                    <a:pt x="5284" y="0"/>
                  </a:moveTo>
                  <a:cubicBezTo>
                    <a:pt x="5034" y="0"/>
                    <a:pt x="4785" y="84"/>
                    <a:pt x="4584" y="246"/>
                  </a:cubicBezTo>
                  <a:cubicBezTo>
                    <a:pt x="4211" y="560"/>
                    <a:pt x="4073" y="1121"/>
                    <a:pt x="4230" y="1652"/>
                  </a:cubicBezTo>
                  <a:cubicBezTo>
                    <a:pt x="4358" y="2065"/>
                    <a:pt x="4653" y="2439"/>
                    <a:pt x="5096" y="2783"/>
                  </a:cubicBezTo>
                  <a:cubicBezTo>
                    <a:pt x="5155" y="2822"/>
                    <a:pt x="5214" y="2862"/>
                    <a:pt x="5273" y="2901"/>
                  </a:cubicBezTo>
                  <a:cubicBezTo>
                    <a:pt x="5047" y="3019"/>
                    <a:pt x="4801" y="3108"/>
                    <a:pt x="4535" y="3157"/>
                  </a:cubicBezTo>
                  <a:cubicBezTo>
                    <a:pt x="4286" y="3211"/>
                    <a:pt x="4033" y="3238"/>
                    <a:pt x="3779" y="3238"/>
                  </a:cubicBezTo>
                  <a:cubicBezTo>
                    <a:pt x="2388" y="3238"/>
                    <a:pt x="993" y="2449"/>
                    <a:pt x="336" y="1209"/>
                  </a:cubicBezTo>
                  <a:cubicBezTo>
                    <a:pt x="304" y="1152"/>
                    <a:pt x="254" y="1127"/>
                    <a:pt x="204" y="1127"/>
                  </a:cubicBezTo>
                  <a:cubicBezTo>
                    <a:pt x="102" y="1127"/>
                    <a:pt x="1" y="1231"/>
                    <a:pt x="60" y="1357"/>
                  </a:cubicBezTo>
                  <a:cubicBezTo>
                    <a:pt x="778" y="2695"/>
                    <a:pt x="2283" y="3550"/>
                    <a:pt x="3788" y="3550"/>
                  </a:cubicBezTo>
                  <a:cubicBezTo>
                    <a:pt x="4063" y="3550"/>
                    <a:pt x="4339" y="3521"/>
                    <a:pt x="4614" y="3452"/>
                  </a:cubicBezTo>
                  <a:cubicBezTo>
                    <a:pt x="4948" y="3383"/>
                    <a:pt x="5283" y="3265"/>
                    <a:pt x="5588" y="3088"/>
                  </a:cubicBezTo>
                  <a:cubicBezTo>
                    <a:pt x="6084" y="3357"/>
                    <a:pt x="6631" y="3494"/>
                    <a:pt x="7185" y="3494"/>
                  </a:cubicBezTo>
                  <a:cubicBezTo>
                    <a:pt x="7400" y="3494"/>
                    <a:pt x="7616" y="3473"/>
                    <a:pt x="7830" y="3432"/>
                  </a:cubicBezTo>
                  <a:cubicBezTo>
                    <a:pt x="8823" y="3216"/>
                    <a:pt x="9640" y="2458"/>
                    <a:pt x="9885" y="1544"/>
                  </a:cubicBezTo>
                  <a:cubicBezTo>
                    <a:pt x="9932" y="1421"/>
                    <a:pt x="9836" y="1340"/>
                    <a:pt x="9741" y="1340"/>
                  </a:cubicBezTo>
                  <a:cubicBezTo>
                    <a:pt x="9675" y="1340"/>
                    <a:pt x="9610" y="1378"/>
                    <a:pt x="9590" y="1465"/>
                  </a:cubicBezTo>
                  <a:cubicBezTo>
                    <a:pt x="9374" y="2272"/>
                    <a:pt x="8646" y="2940"/>
                    <a:pt x="7771" y="3137"/>
                  </a:cubicBezTo>
                  <a:cubicBezTo>
                    <a:pt x="7581" y="3172"/>
                    <a:pt x="7388" y="3190"/>
                    <a:pt x="7195" y="3190"/>
                  </a:cubicBezTo>
                  <a:cubicBezTo>
                    <a:pt x="6740" y="3190"/>
                    <a:pt x="6287" y="3091"/>
                    <a:pt x="5873" y="2891"/>
                  </a:cubicBezTo>
                  <a:cubicBezTo>
                    <a:pt x="6020" y="2773"/>
                    <a:pt x="6148" y="2645"/>
                    <a:pt x="6256" y="2498"/>
                  </a:cubicBezTo>
                  <a:cubicBezTo>
                    <a:pt x="6689" y="1927"/>
                    <a:pt x="6748" y="1141"/>
                    <a:pt x="6404" y="600"/>
                  </a:cubicBezTo>
                  <a:cubicBezTo>
                    <a:pt x="6197" y="285"/>
                    <a:pt x="5863" y="69"/>
                    <a:pt x="5489" y="19"/>
                  </a:cubicBezTo>
                  <a:cubicBezTo>
                    <a:pt x="5421" y="7"/>
                    <a:pt x="5352" y="0"/>
                    <a:pt x="52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56758215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B01D6-EEF9-7D49-1D98-F208CB26A16F}"/>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CD5995D4-C826-1871-7EF9-AF6BB9A97490}"/>
              </a:ext>
            </a:extLst>
          </p:cNvPr>
          <p:cNvPicPr>
            <a:picLocks noChangeAspect="1"/>
          </p:cNvPicPr>
          <p:nvPr/>
        </p:nvPicPr>
        <p:blipFill>
          <a:blip r:embed="rId2"/>
          <a:stretch>
            <a:fillRect/>
          </a:stretch>
        </p:blipFill>
        <p:spPr>
          <a:xfrm>
            <a:off x="6351373" y="4695568"/>
            <a:ext cx="2681416" cy="333980"/>
          </a:xfrm>
          <a:prstGeom prst="rect">
            <a:avLst/>
          </a:prstGeom>
        </p:spPr>
      </p:pic>
      <p:sp>
        <p:nvSpPr>
          <p:cNvPr id="7" name="Title 6">
            <a:extLst>
              <a:ext uri="{FF2B5EF4-FFF2-40B4-BE49-F238E27FC236}">
                <a16:creationId xmlns:a16="http://schemas.microsoft.com/office/drawing/2014/main" id="{4159AEDC-B854-0FB9-8397-9BB67095C206}"/>
              </a:ext>
            </a:extLst>
          </p:cNvPr>
          <p:cNvSpPr>
            <a:spLocks noGrp="1"/>
          </p:cNvSpPr>
          <p:nvPr>
            <p:ph type="title"/>
          </p:nvPr>
        </p:nvSpPr>
        <p:spPr>
          <a:xfrm>
            <a:off x="509703" y="482000"/>
            <a:ext cx="7886700" cy="994172"/>
          </a:xfrm>
        </p:spPr>
        <p:txBody>
          <a:bodyPr/>
          <a:lstStyle/>
          <a:p>
            <a:r>
              <a:rPr lang="en-IN" sz="3200" dirty="0">
                <a:solidFill>
                  <a:srgbClr val="FF0000"/>
                </a:solidFill>
                <a:latin typeface="Rajdhani" panose="020B0604020202020204" charset="0"/>
                <a:cs typeface="Rajdhani" panose="020B0604020202020204" charset="0"/>
              </a:rPr>
              <a:t> Business Problem Statement:</a:t>
            </a:r>
            <a:endParaRPr lang="en-IN" sz="3200" dirty="0">
              <a:latin typeface="Rajdhani" panose="020B0604020202020204" charset="0"/>
              <a:cs typeface="Rajdhani" panose="020B0604020202020204" charset="0"/>
            </a:endParaRPr>
          </a:p>
        </p:txBody>
      </p:sp>
      <p:sp>
        <p:nvSpPr>
          <p:cNvPr id="9" name="TextBox 8">
            <a:extLst>
              <a:ext uri="{FF2B5EF4-FFF2-40B4-BE49-F238E27FC236}">
                <a16:creationId xmlns:a16="http://schemas.microsoft.com/office/drawing/2014/main" id="{2C39DE58-DA0E-C2DD-3AB2-A1BC1DA383BC}"/>
              </a:ext>
            </a:extLst>
          </p:cNvPr>
          <p:cNvSpPr txBox="1"/>
          <p:nvPr/>
        </p:nvSpPr>
        <p:spPr>
          <a:xfrm>
            <a:off x="1087331" y="1393133"/>
            <a:ext cx="7117331" cy="1991379"/>
          </a:xfrm>
          <a:prstGeom prst="rect">
            <a:avLst/>
          </a:prstGeom>
          <a:noFill/>
        </p:spPr>
        <p:txBody>
          <a:bodyPr wrap="square">
            <a:spAutoFit/>
          </a:bodyPr>
          <a:lstStyle/>
          <a:p>
            <a:pPr algn="just">
              <a:lnSpc>
                <a:spcPct val="150000"/>
              </a:lnSpc>
            </a:pPr>
            <a:r>
              <a:rPr lang="en-US" dirty="0"/>
              <a:t>The movie industry produces many films every year with different genres and budgets. However, not all movies perform well at the box office. Production houses struggle to understand which factors drive higher revenue. There is uncertainty about the impact of ratings, runtime, and genre on movie success. Audience preferences and genre popularity also change over time. This project analyzes movie sales data to support better, data-driven business decisions</a:t>
            </a:r>
            <a:endParaRPr lang="en-IN" dirty="0"/>
          </a:p>
        </p:txBody>
      </p:sp>
    </p:spTree>
    <p:extLst>
      <p:ext uri="{BB962C8B-B14F-4D97-AF65-F5344CB8AC3E}">
        <p14:creationId xmlns:p14="http://schemas.microsoft.com/office/powerpoint/2010/main" val="2127417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07514-0490-2AC2-4B34-119258216B98}"/>
              </a:ext>
            </a:extLst>
          </p:cNvPr>
          <p:cNvSpPr>
            <a:spLocks noGrp="1"/>
          </p:cNvSpPr>
          <p:nvPr>
            <p:ph type="title"/>
          </p:nvPr>
        </p:nvSpPr>
        <p:spPr>
          <a:xfrm>
            <a:off x="628650" y="534039"/>
            <a:ext cx="7886700" cy="994172"/>
          </a:xfrm>
        </p:spPr>
        <p:txBody>
          <a:bodyPr>
            <a:normAutofit/>
          </a:bodyPr>
          <a:lstStyle/>
          <a:p>
            <a:r>
              <a:rPr lang="en-IN" sz="3200" dirty="0">
                <a:solidFill>
                  <a:srgbClr val="FF0000"/>
                </a:solidFill>
              </a:rPr>
              <a:t>Objective:</a:t>
            </a:r>
          </a:p>
        </p:txBody>
      </p:sp>
      <p:sp>
        <p:nvSpPr>
          <p:cNvPr id="4" name="Slide Number Placeholder 3">
            <a:extLst>
              <a:ext uri="{FF2B5EF4-FFF2-40B4-BE49-F238E27FC236}">
                <a16:creationId xmlns:a16="http://schemas.microsoft.com/office/drawing/2014/main" id="{57BD33D6-2F2D-5A4B-31D9-B2D130E43399}"/>
              </a:ext>
            </a:extLst>
          </p:cNvPr>
          <p:cNvSpPr>
            <a:spLocks noGrp="1"/>
          </p:cNvSpPr>
          <p:nvPr>
            <p:ph type="sldNum" idx="12"/>
          </p:nvPr>
        </p:nvSpPr>
        <p:spPr/>
        <p:txBody>
          <a:bodyPr/>
          <a:lstStyle/>
          <a:p>
            <a:fld id="{00000000-1234-1234-1234-123412341234}" type="slidenum">
              <a:rPr lang="en-IN" smtClean="0"/>
              <a:pPr/>
              <a:t>4</a:t>
            </a:fld>
            <a:endParaRPr lang="en-IN"/>
          </a:p>
        </p:txBody>
      </p:sp>
      <p:sp>
        <p:nvSpPr>
          <p:cNvPr id="5" name="Rectangle 1">
            <a:extLst>
              <a:ext uri="{FF2B5EF4-FFF2-40B4-BE49-F238E27FC236}">
                <a16:creationId xmlns:a16="http://schemas.microsoft.com/office/drawing/2014/main" id="{7D5E2A15-21CF-3FCA-14F0-E4FC26966F91}"/>
              </a:ext>
            </a:extLst>
          </p:cNvPr>
          <p:cNvSpPr>
            <a:spLocks noGrp="1" noChangeArrowheads="1"/>
          </p:cNvSpPr>
          <p:nvPr>
            <p:ph type="body" idx="1"/>
          </p:nvPr>
        </p:nvSpPr>
        <p:spPr bwMode="auto">
          <a:xfrm>
            <a:off x="918582" y="1341184"/>
            <a:ext cx="7199506"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sz="1400" b="0" i="0" u="none" strike="noStrike" cap="none" normalizeH="0" baseline="0" dirty="0">
                <a:ln>
                  <a:noFill/>
                </a:ln>
                <a:solidFill>
                  <a:schemeClr val="tx2"/>
                </a:solidFill>
                <a:effectLst/>
                <a:latin typeface="Arial" panose="020B0604020202020204" pitchFamily="34" charset="0"/>
              </a:rPr>
              <a:t>To analyze movie sales data and understand box office revenue trends over time.</a:t>
            </a:r>
          </a:p>
          <a:p>
            <a:pPr marL="285750" marR="0" lvl="0" indent="-285750" algn="just"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sz="1400" b="0" i="0" u="none" strike="noStrike" cap="none" normalizeH="0" baseline="0" dirty="0">
                <a:ln>
                  <a:noFill/>
                </a:ln>
                <a:solidFill>
                  <a:schemeClr val="tx2"/>
                </a:solidFill>
                <a:effectLst/>
                <a:latin typeface="Arial" panose="020B0604020202020204" pitchFamily="34" charset="0"/>
              </a:rPr>
              <a:t>To identify top-performing genres, movies, and directors based on revenue.</a:t>
            </a:r>
          </a:p>
          <a:p>
            <a:pPr marL="285750" marR="0" lvl="0" indent="-285750" algn="just"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sz="1400" b="0" i="0" u="none" strike="noStrike" cap="none" normalizeH="0" baseline="0" dirty="0">
                <a:ln>
                  <a:noFill/>
                </a:ln>
                <a:solidFill>
                  <a:schemeClr val="tx2"/>
                </a:solidFill>
                <a:effectLst/>
                <a:latin typeface="Arial" panose="020B0604020202020204" pitchFamily="34" charset="0"/>
              </a:rPr>
              <a:t>To study the relationship between IMDb ratings, votes, runtime, and revenue.</a:t>
            </a:r>
          </a:p>
          <a:p>
            <a:pPr marL="285750" marR="0" lvl="0" indent="-285750" algn="just"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sz="1400" b="0" i="0" u="none" strike="noStrike" cap="none" normalizeH="0" baseline="0" dirty="0">
                <a:ln>
                  <a:noFill/>
                </a:ln>
                <a:solidFill>
                  <a:schemeClr val="tx2"/>
                </a:solidFill>
                <a:effectLst/>
                <a:latin typeface="Arial" panose="020B0604020202020204" pitchFamily="34" charset="0"/>
              </a:rPr>
              <a:t>To understand audience preferences and genre popularity changes over the years.</a:t>
            </a:r>
          </a:p>
          <a:p>
            <a:pPr marL="285750" marR="0" lvl="0" indent="-285750" algn="just"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sz="1400" b="0" i="0" u="none" strike="noStrike" cap="none" normalizeH="0" baseline="0" dirty="0">
                <a:ln>
                  <a:noFill/>
                </a:ln>
                <a:solidFill>
                  <a:schemeClr val="tx2"/>
                </a:solidFill>
                <a:effectLst/>
                <a:latin typeface="Arial" panose="020B0604020202020204" pitchFamily="34" charset="0"/>
              </a:rPr>
              <a:t>To identify the optimal movie runtime for better ratings and revenue.</a:t>
            </a:r>
          </a:p>
          <a:p>
            <a:pPr marL="285750" lvl="0" indent="-285750" algn="just" eaLnBrk="0" fontAlgn="base" hangingPunct="0">
              <a:lnSpc>
                <a:spcPct val="150000"/>
              </a:lnSpc>
              <a:spcBef>
                <a:spcPct val="0"/>
              </a:spcBef>
              <a:spcAft>
                <a:spcPct val="0"/>
              </a:spcAft>
              <a:buClrTx/>
              <a:buSzTx/>
              <a:buFont typeface="Courier New" panose="02070309020205020404" pitchFamily="49" charset="0"/>
              <a:buChar char="o"/>
            </a:pPr>
            <a:r>
              <a:rPr lang="en-US" sz="1400" dirty="0"/>
              <a:t>To create an interactive Power BI dashboard for data-driven decision-making.</a:t>
            </a:r>
            <a:endParaRPr kumimoji="0" lang="en-US" altLang="en-US" sz="1400" b="0" i="0" u="none" strike="noStrike" cap="none" normalizeH="0" baseline="0" dirty="0">
              <a:ln>
                <a:noFill/>
              </a:ln>
              <a:solidFill>
                <a:schemeClr val="tx2"/>
              </a:solidFill>
              <a:effectLst/>
              <a:latin typeface="Arial" panose="020B0604020202020204" pitchFamily="34" charset="0"/>
            </a:endParaRPr>
          </a:p>
        </p:txBody>
      </p:sp>
    </p:spTree>
    <p:extLst>
      <p:ext uri="{BB962C8B-B14F-4D97-AF65-F5344CB8AC3E}">
        <p14:creationId xmlns:p14="http://schemas.microsoft.com/office/powerpoint/2010/main" val="524245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07C30-3FF6-E7D7-188F-B8A0526BAC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1A172F-9572-F0AE-AAD7-9E02016BD0BE}"/>
              </a:ext>
            </a:extLst>
          </p:cNvPr>
          <p:cNvSpPr>
            <a:spLocks noGrp="1"/>
          </p:cNvSpPr>
          <p:nvPr>
            <p:ph type="title"/>
          </p:nvPr>
        </p:nvSpPr>
        <p:spPr/>
        <p:txBody>
          <a:bodyPr>
            <a:noAutofit/>
          </a:bodyPr>
          <a:lstStyle/>
          <a:p>
            <a:r>
              <a:rPr lang="en-IN" sz="3200" dirty="0">
                <a:solidFill>
                  <a:srgbClr val="FF0000"/>
                </a:solidFill>
                <a:latin typeface="Rajdhani" panose="020B0604020202020204" charset="0"/>
                <a:cs typeface="Rajdhani" panose="020B0604020202020204" charset="0"/>
              </a:rPr>
              <a:t>Dataset Overview :</a:t>
            </a:r>
          </a:p>
        </p:txBody>
      </p:sp>
      <p:pic>
        <p:nvPicPr>
          <p:cNvPr id="6" name="Picture 5">
            <a:extLst>
              <a:ext uri="{FF2B5EF4-FFF2-40B4-BE49-F238E27FC236}">
                <a16:creationId xmlns:a16="http://schemas.microsoft.com/office/drawing/2014/main" id="{9ED6FA33-878C-703C-ABA6-EC363183679C}"/>
              </a:ext>
            </a:extLst>
          </p:cNvPr>
          <p:cNvPicPr>
            <a:picLocks noChangeAspect="1"/>
          </p:cNvPicPr>
          <p:nvPr/>
        </p:nvPicPr>
        <p:blipFill>
          <a:blip r:embed="rId2"/>
          <a:stretch>
            <a:fillRect/>
          </a:stretch>
        </p:blipFill>
        <p:spPr>
          <a:xfrm>
            <a:off x="6351373" y="4695568"/>
            <a:ext cx="2681416" cy="333980"/>
          </a:xfrm>
          <a:prstGeom prst="rect">
            <a:avLst/>
          </a:prstGeom>
        </p:spPr>
      </p:pic>
      <p:sp>
        <p:nvSpPr>
          <p:cNvPr id="7" name="TextBox 6">
            <a:extLst>
              <a:ext uri="{FF2B5EF4-FFF2-40B4-BE49-F238E27FC236}">
                <a16:creationId xmlns:a16="http://schemas.microsoft.com/office/drawing/2014/main" id="{D3BD9963-451F-DB03-88C5-F54265FBC29F}"/>
              </a:ext>
            </a:extLst>
          </p:cNvPr>
          <p:cNvSpPr txBox="1"/>
          <p:nvPr/>
        </p:nvSpPr>
        <p:spPr>
          <a:xfrm>
            <a:off x="707652" y="1209063"/>
            <a:ext cx="6887980" cy="2677656"/>
          </a:xfrm>
          <a:prstGeom prst="rect">
            <a:avLst/>
          </a:prstGeom>
          <a:noFill/>
        </p:spPr>
        <p:txBody>
          <a:bodyPr wrap="square">
            <a:spAutoFit/>
          </a:bodyPr>
          <a:lstStyle/>
          <a:p>
            <a:r>
              <a:rPr lang="en-IN" dirty="0"/>
              <a:t>The dataset contains information about movies released across multiple years with the following key attributes:</a:t>
            </a:r>
          </a:p>
          <a:p>
            <a:endParaRPr lang="en-IN" dirty="0"/>
          </a:p>
          <a:p>
            <a:pPr marL="285750" lvl="1" indent="-285750">
              <a:buFont typeface="Arial" panose="020B0604020202020204" pitchFamily="34" charset="0"/>
              <a:buChar char="•"/>
            </a:pPr>
            <a:r>
              <a:rPr lang="en-IN" b="1" dirty="0"/>
              <a:t>Movie Details</a:t>
            </a:r>
            <a:r>
              <a:rPr lang="en-IN" dirty="0"/>
              <a:t>: Title, Genre, Director, Actors</a:t>
            </a:r>
          </a:p>
          <a:p>
            <a:pPr marL="285750" lvl="1" indent="-285750">
              <a:buFont typeface="Arial" panose="020B0604020202020204" pitchFamily="34" charset="0"/>
              <a:buChar char="•"/>
            </a:pPr>
            <a:endParaRPr lang="en-IN" dirty="0"/>
          </a:p>
          <a:p>
            <a:pPr marL="285750" lvl="1" indent="-285750">
              <a:buFont typeface="Arial" panose="020B0604020202020204" pitchFamily="34" charset="0"/>
              <a:buChar char="•"/>
            </a:pPr>
            <a:r>
              <a:rPr lang="en-IN" b="1" dirty="0"/>
              <a:t>Time Attributes</a:t>
            </a:r>
            <a:r>
              <a:rPr lang="en-IN" dirty="0"/>
              <a:t>: Year of release</a:t>
            </a:r>
          </a:p>
          <a:p>
            <a:pPr marL="285750" lvl="1" indent="-285750">
              <a:buFont typeface="Arial" panose="020B0604020202020204" pitchFamily="34" charset="0"/>
              <a:buChar char="•"/>
            </a:pPr>
            <a:endParaRPr lang="en-IN" dirty="0"/>
          </a:p>
          <a:p>
            <a:pPr marL="285750" lvl="1" indent="-285750">
              <a:buFont typeface="Arial" panose="020B0604020202020204" pitchFamily="34" charset="0"/>
              <a:buChar char="•"/>
            </a:pPr>
            <a:r>
              <a:rPr lang="en-IN" b="1" dirty="0"/>
              <a:t>Performance Metrics</a:t>
            </a:r>
            <a:r>
              <a:rPr lang="en-IN" dirty="0"/>
              <a:t>: Revenue (Millions), Votes</a:t>
            </a:r>
          </a:p>
          <a:p>
            <a:pPr marL="285750" lvl="1" indent="-285750">
              <a:buFont typeface="Arial" panose="020B0604020202020204" pitchFamily="34" charset="0"/>
              <a:buChar char="•"/>
            </a:pPr>
            <a:endParaRPr lang="en-IN" dirty="0"/>
          </a:p>
          <a:p>
            <a:pPr marL="285750" lvl="1" indent="-285750">
              <a:buFont typeface="Arial" panose="020B0604020202020204" pitchFamily="34" charset="0"/>
              <a:buChar char="•"/>
            </a:pPr>
            <a:r>
              <a:rPr lang="en-IN" b="1" dirty="0"/>
              <a:t>Quality Metrics</a:t>
            </a:r>
            <a:r>
              <a:rPr lang="en-IN" dirty="0"/>
              <a:t>: IMDb Rating, Meta score </a:t>
            </a:r>
          </a:p>
          <a:p>
            <a:pPr marL="285750" lvl="1" indent="-285750">
              <a:buFont typeface="Arial" panose="020B0604020202020204" pitchFamily="34" charset="0"/>
              <a:buChar char="•"/>
            </a:pPr>
            <a:endParaRPr lang="en-IN" dirty="0"/>
          </a:p>
          <a:p>
            <a:pPr marL="285750" lvl="1" indent="-285750">
              <a:buFont typeface="Arial" panose="020B0604020202020204" pitchFamily="34" charset="0"/>
              <a:buChar char="•"/>
            </a:pPr>
            <a:r>
              <a:rPr lang="en-IN" b="1" dirty="0"/>
              <a:t>Technical Details</a:t>
            </a:r>
            <a:r>
              <a:rPr lang="en-IN" dirty="0"/>
              <a:t>: Runtime (Minutes)</a:t>
            </a:r>
          </a:p>
        </p:txBody>
      </p:sp>
      <p:pic>
        <p:nvPicPr>
          <p:cNvPr id="3" name="Picture 2">
            <a:extLst>
              <a:ext uri="{FF2B5EF4-FFF2-40B4-BE49-F238E27FC236}">
                <a16:creationId xmlns:a16="http://schemas.microsoft.com/office/drawing/2014/main" id="{CC3E63D2-5B4D-3E9F-94AE-0D9EAF0A8DE4}"/>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6850180" y="2676367"/>
            <a:ext cx="1683802" cy="1683802"/>
          </a:xfrm>
          <a:prstGeom prst="rect">
            <a:avLst/>
          </a:prstGeom>
        </p:spPr>
      </p:pic>
    </p:spTree>
    <p:extLst>
      <p:ext uri="{BB962C8B-B14F-4D97-AF65-F5344CB8AC3E}">
        <p14:creationId xmlns:p14="http://schemas.microsoft.com/office/powerpoint/2010/main" val="1150142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53C76-B5BF-1DF6-7C86-7CC478F8824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9D7BC349-4534-4B03-578E-3CB1DE52189E}"/>
              </a:ext>
            </a:extLst>
          </p:cNvPr>
          <p:cNvPicPr>
            <a:picLocks noChangeAspect="1"/>
          </p:cNvPicPr>
          <p:nvPr/>
        </p:nvPicPr>
        <p:blipFill>
          <a:blip r:embed="rId2"/>
          <a:stretch>
            <a:fillRect/>
          </a:stretch>
        </p:blipFill>
        <p:spPr>
          <a:xfrm>
            <a:off x="6351373" y="4695568"/>
            <a:ext cx="2681416" cy="333980"/>
          </a:xfrm>
          <a:prstGeom prst="rect">
            <a:avLst/>
          </a:prstGeom>
        </p:spPr>
      </p:pic>
      <p:sp>
        <p:nvSpPr>
          <p:cNvPr id="5" name="TextBox 4">
            <a:extLst>
              <a:ext uri="{FF2B5EF4-FFF2-40B4-BE49-F238E27FC236}">
                <a16:creationId xmlns:a16="http://schemas.microsoft.com/office/drawing/2014/main" id="{F584C0DF-A145-1D3F-F72C-0BE7A117CDC7}"/>
              </a:ext>
            </a:extLst>
          </p:cNvPr>
          <p:cNvSpPr txBox="1"/>
          <p:nvPr/>
        </p:nvSpPr>
        <p:spPr>
          <a:xfrm>
            <a:off x="905268" y="611155"/>
            <a:ext cx="4135083" cy="584775"/>
          </a:xfrm>
          <a:prstGeom prst="rect">
            <a:avLst/>
          </a:prstGeom>
          <a:noFill/>
        </p:spPr>
        <p:txBody>
          <a:bodyPr wrap="square" rtlCol="0">
            <a:spAutoFit/>
          </a:bodyPr>
          <a:lstStyle/>
          <a:p>
            <a:r>
              <a:rPr lang="en-IN" sz="3200" b="1" dirty="0">
                <a:solidFill>
                  <a:srgbClr val="FF0000"/>
                </a:solidFill>
                <a:latin typeface="Rajdhani" panose="020B0604020202020204" charset="0"/>
                <a:cs typeface="Rajdhani" panose="020B0604020202020204" charset="0"/>
              </a:rPr>
              <a:t>Data Preparing</a:t>
            </a:r>
          </a:p>
        </p:txBody>
      </p:sp>
      <p:sp>
        <p:nvSpPr>
          <p:cNvPr id="4" name="TextBox 3">
            <a:extLst>
              <a:ext uri="{FF2B5EF4-FFF2-40B4-BE49-F238E27FC236}">
                <a16:creationId xmlns:a16="http://schemas.microsoft.com/office/drawing/2014/main" id="{0EA0CF79-11D7-378D-6DA6-1F66EE42200C}"/>
              </a:ext>
            </a:extLst>
          </p:cNvPr>
          <p:cNvSpPr txBox="1"/>
          <p:nvPr/>
        </p:nvSpPr>
        <p:spPr>
          <a:xfrm>
            <a:off x="1163754" y="1195930"/>
            <a:ext cx="5816910" cy="2960875"/>
          </a:xfrm>
          <a:prstGeom prst="rect">
            <a:avLst/>
          </a:prstGeom>
          <a:noFill/>
        </p:spPr>
        <p:txBody>
          <a:bodyPr wrap="square">
            <a:spAutoFit/>
          </a:bodyPr>
          <a:lstStyle/>
          <a:p>
            <a:pPr marL="285750" indent="-285750">
              <a:lnSpc>
                <a:spcPct val="150000"/>
              </a:lnSpc>
              <a:buFont typeface="Wingdings" panose="05000000000000000000" pitchFamily="2" charset="2"/>
              <a:buChar char="q"/>
            </a:pPr>
            <a:r>
              <a:rPr lang="en-IN" dirty="0"/>
              <a:t>Imported CSV files into Power BI​</a:t>
            </a:r>
          </a:p>
          <a:p>
            <a:pPr marL="285750" indent="-285750">
              <a:lnSpc>
                <a:spcPct val="150000"/>
              </a:lnSpc>
              <a:buFont typeface="Wingdings" panose="05000000000000000000" pitchFamily="2" charset="2"/>
              <a:buChar char="q"/>
            </a:pPr>
            <a:r>
              <a:rPr lang="en-IN" dirty="0"/>
              <a:t>Removed duplicate records</a:t>
            </a:r>
          </a:p>
          <a:p>
            <a:pPr marL="285750" indent="-285750">
              <a:lnSpc>
                <a:spcPct val="150000"/>
              </a:lnSpc>
              <a:buFont typeface="Wingdings" panose="05000000000000000000" pitchFamily="2" charset="2"/>
              <a:buChar char="q"/>
            </a:pPr>
            <a:r>
              <a:rPr lang="en-IN" dirty="0"/>
              <a:t>​Handled null and missing values</a:t>
            </a:r>
          </a:p>
          <a:p>
            <a:pPr marL="285750" indent="-285750">
              <a:lnSpc>
                <a:spcPct val="150000"/>
              </a:lnSpc>
              <a:buFont typeface="Wingdings" panose="05000000000000000000" pitchFamily="2" charset="2"/>
              <a:buChar char="q"/>
            </a:pPr>
            <a:r>
              <a:rPr lang="en-IN" dirty="0"/>
              <a:t>​Standardized column names ​and Converted data types </a:t>
            </a:r>
          </a:p>
          <a:p>
            <a:pPr>
              <a:lnSpc>
                <a:spcPct val="150000"/>
              </a:lnSpc>
            </a:pPr>
            <a:r>
              <a:rPr lang="en-IN" dirty="0"/>
              <a:t>​</a:t>
            </a:r>
            <a:r>
              <a:rPr lang="en-IN" b="1" dirty="0"/>
              <a:t>Created DAX measures:</a:t>
            </a:r>
          </a:p>
          <a:p>
            <a:pPr marL="285750" indent="-285750">
              <a:lnSpc>
                <a:spcPct val="150000"/>
              </a:lnSpc>
              <a:buFont typeface="Wingdings" panose="05000000000000000000" pitchFamily="2" charset="2"/>
              <a:buChar char="q"/>
            </a:pPr>
            <a:r>
              <a:rPr lang="en-IN" dirty="0"/>
              <a:t>​Total Revenue​</a:t>
            </a:r>
          </a:p>
          <a:p>
            <a:pPr marL="285750" indent="-285750">
              <a:lnSpc>
                <a:spcPct val="150000"/>
              </a:lnSpc>
              <a:buFont typeface="Wingdings" panose="05000000000000000000" pitchFamily="2" charset="2"/>
              <a:buChar char="q"/>
            </a:pPr>
            <a:r>
              <a:rPr lang="en-IN" dirty="0"/>
              <a:t>Average Rating​</a:t>
            </a:r>
          </a:p>
          <a:p>
            <a:pPr marL="285750" indent="-285750">
              <a:lnSpc>
                <a:spcPct val="150000"/>
              </a:lnSpc>
              <a:buFont typeface="Wingdings" panose="05000000000000000000" pitchFamily="2" charset="2"/>
              <a:buChar char="q"/>
            </a:pPr>
            <a:r>
              <a:rPr lang="en-IN" dirty="0"/>
              <a:t>Total Votes​</a:t>
            </a:r>
          </a:p>
          <a:p>
            <a:pPr marL="285750" indent="-285750">
              <a:lnSpc>
                <a:spcPct val="150000"/>
              </a:lnSpc>
              <a:buFont typeface="Wingdings" panose="05000000000000000000" pitchFamily="2" charset="2"/>
              <a:buChar char="q"/>
            </a:pPr>
            <a:r>
              <a:rPr lang="en-IN" dirty="0"/>
              <a:t>Movie Count</a:t>
            </a:r>
          </a:p>
        </p:txBody>
      </p:sp>
      <p:pic>
        <p:nvPicPr>
          <p:cNvPr id="41" name="Picture 40">
            <a:extLst>
              <a:ext uri="{FF2B5EF4-FFF2-40B4-BE49-F238E27FC236}">
                <a16:creationId xmlns:a16="http://schemas.microsoft.com/office/drawing/2014/main" id="{316051AF-2277-4510-FFEA-02BAE537386F}"/>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6850180" y="2676367"/>
            <a:ext cx="1683802" cy="1683802"/>
          </a:xfrm>
          <a:prstGeom prst="rect">
            <a:avLst/>
          </a:prstGeom>
        </p:spPr>
      </p:pic>
    </p:spTree>
    <p:extLst>
      <p:ext uri="{BB962C8B-B14F-4D97-AF65-F5344CB8AC3E}">
        <p14:creationId xmlns:p14="http://schemas.microsoft.com/office/powerpoint/2010/main" val="1694290218"/>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C2FAE-AFA7-4DDB-DE08-53F9913EE4D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CE28C65-9CFE-2D5B-BFCC-2D3156A8578A}"/>
              </a:ext>
            </a:extLst>
          </p:cNvPr>
          <p:cNvSpPr txBox="1"/>
          <p:nvPr/>
        </p:nvSpPr>
        <p:spPr>
          <a:xfrm>
            <a:off x="284206" y="1268016"/>
            <a:ext cx="8649730" cy="253916"/>
          </a:xfrm>
          <a:prstGeom prst="rect">
            <a:avLst/>
          </a:prstGeom>
          <a:noFill/>
        </p:spPr>
        <p:txBody>
          <a:bodyPr wrap="square" rtlCol="0">
            <a:spAutoFit/>
          </a:bodyPr>
          <a:lstStyle/>
          <a:p>
            <a:pPr marL="214313" indent="-214313">
              <a:buFont typeface="Wingdings" panose="05000000000000000000" pitchFamily="2" charset="2"/>
              <a:buChar char="q"/>
            </a:pPr>
            <a:endParaRPr lang="en-IN" sz="1050" dirty="0"/>
          </a:p>
        </p:txBody>
      </p:sp>
      <p:pic>
        <p:nvPicPr>
          <p:cNvPr id="6" name="Picture 5">
            <a:extLst>
              <a:ext uri="{FF2B5EF4-FFF2-40B4-BE49-F238E27FC236}">
                <a16:creationId xmlns:a16="http://schemas.microsoft.com/office/drawing/2014/main" id="{EA90804B-5A99-706D-B9D4-1A6336085FDE}"/>
              </a:ext>
            </a:extLst>
          </p:cNvPr>
          <p:cNvPicPr>
            <a:picLocks noChangeAspect="1"/>
          </p:cNvPicPr>
          <p:nvPr/>
        </p:nvPicPr>
        <p:blipFill>
          <a:blip r:embed="rId2"/>
          <a:stretch>
            <a:fillRect/>
          </a:stretch>
        </p:blipFill>
        <p:spPr>
          <a:xfrm>
            <a:off x="6351373" y="4695568"/>
            <a:ext cx="2681416" cy="333980"/>
          </a:xfrm>
          <a:prstGeom prst="rect">
            <a:avLst/>
          </a:prstGeom>
        </p:spPr>
      </p:pic>
      <p:sp>
        <p:nvSpPr>
          <p:cNvPr id="5" name="TextBox 4">
            <a:extLst>
              <a:ext uri="{FF2B5EF4-FFF2-40B4-BE49-F238E27FC236}">
                <a16:creationId xmlns:a16="http://schemas.microsoft.com/office/drawing/2014/main" id="{14D15706-829A-E584-140B-040D88248873}"/>
              </a:ext>
            </a:extLst>
          </p:cNvPr>
          <p:cNvSpPr txBox="1"/>
          <p:nvPr/>
        </p:nvSpPr>
        <p:spPr>
          <a:xfrm>
            <a:off x="1076254" y="1556247"/>
            <a:ext cx="5931243" cy="923330"/>
          </a:xfrm>
          <a:prstGeom prst="rect">
            <a:avLst/>
          </a:prstGeom>
          <a:noFill/>
        </p:spPr>
        <p:txBody>
          <a:bodyPr wrap="square" rtlCol="0">
            <a:spAutoFit/>
          </a:bodyPr>
          <a:lstStyle/>
          <a:p>
            <a:endParaRPr lang="en-IN" sz="1800" dirty="0">
              <a:latin typeface="Consolas" panose="020B0609020204030204" pitchFamily="49" charset="0"/>
            </a:endParaRPr>
          </a:p>
          <a:p>
            <a:endParaRPr lang="en-IN" sz="1800" dirty="0">
              <a:latin typeface="Consolas" panose="020B0609020204030204" pitchFamily="49" charset="0"/>
            </a:endParaRPr>
          </a:p>
          <a:p>
            <a:endParaRPr lang="en-IN" sz="1800" dirty="0">
              <a:latin typeface="Consolas" panose="020B0609020204030204" pitchFamily="49" charset="0"/>
            </a:endParaRPr>
          </a:p>
        </p:txBody>
      </p:sp>
      <p:pic>
        <p:nvPicPr>
          <p:cNvPr id="8" name="Picture 7" descr="A screenshot of a data analysis dashboard&#10;&#10;AI-generated content may be incorrect.">
            <a:extLst>
              <a:ext uri="{FF2B5EF4-FFF2-40B4-BE49-F238E27FC236}">
                <a16:creationId xmlns:a16="http://schemas.microsoft.com/office/drawing/2014/main" id="{96C38C40-902E-DB2F-1111-B53F69306F68}"/>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265812722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5618B-F664-344C-CD8D-6F177228688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BA94262-2B0B-1933-1084-5E3B462ECFF3}"/>
              </a:ext>
            </a:extLst>
          </p:cNvPr>
          <p:cNvSpPr txBox="1"/>
          <p:nvPr/>
        </p:nvSpPr>
        <p:spPr>
          <a:xfrm>
            <a:off x="284206" y="1268016"/>
            <a:ext cx="8649730" cy="253916"/>
          </a:xfrm>
          <a:prstGeom prst="rect">
            <a:avLst/>
          </a:prstGeom>
          <a:noFill/>
        </p:spPr>
        <p:txBody>
          <a:bodyPr wrap="square" rtlCol="0">
            <a:spAutoFit/>
          </a:bodyPr>
          <a:lstStyle/>
          <a:p>
            <a:pPr marL="214313" indent="-214313">
              <a:buFont typeface="Wingdings" panose="05000000000000000000" pitchFamily="2" charset="2"/>
              <a:buChar char="q"/>
            </a:pPr>
            <a:endParaRPr lang="en-IN" sz="1050" dirty="0"/>
          </a:p>
        </p:txBody>
      </p:sp>
      <p:pic>
        <p:nvPicPr>
          <p:cNvPr id="6" name="Picture 5">
            <a:extLst>
              <a:ext uri="{FF2B5EF4-FFF2-40B4-BE49-F238E27FC236}">
                <a16:creationId xmlns:a16="http://schemas.microsoft.com/office/drawing/2014/main" id="{9070A6BA-4EB8-462A-1888-272EE965AAD6}"/>
              </a:ext>
            </a:extLst>
          </p:cNvPr>
          <p:cNvPicPr>
            <a:picLocks noChangeAspect="1"/>
          </p:cNvPicPr>
          <p:nvPr/>
        </p:nvPicPr>
        <p:blipFill>
          <a:blip r:embed="rId2"/>
          <a:stretch>
            <a:fillRect/>
          </a:stretch>
        </p:blipFill>
        <p:spPr>
          <a:xfrm>
            <a:off x="6351373" y="4695568"/>
            <a:ext cx="2681416" cy="333980"/>
          </a:xfrm>
          <a:prstGeom prst="rect">
            <a:avLst/>
          </a:prstGeom>
        </p:spPr>
      </p:pic>
      <p:sp>
        <p:nvSpPr>
          <p:cNvPr id="5" name="TextBox 4">
            <a:extLst>
              <a:ext uri="{FF2B5EF4-FFF2-40B4-BE49-F238E27FC236}">
                <a16:creationId xmlns:a16="http://schemas.microsoft.com/office/drawing/2014/main" id="{B1F71408-8E0A-4F0E-7C10-F5257B2BA2B8}"/>
              </a:ext>
            </a:extLst>
          </p:cNvPr>
          <p:cNvSpPr txBox="1"/>
          <p:nvPr/>
        </p:nvSpPr>
        <p:spPr>
          <a:xfrm>
            <a:off x="1076254" y="1556247"/>
            <a:ext cx="5931243" cy="923330"/>
          </a:xfrm>
          <a:prstGeom prst="rect">
            <a:avLst/>
          </a:prstGeom>
          <a:noFill/>
        </p:spPr>
        <p:txBody>
          <a:bodyPr wrap="square" rtlCol="0">
            <a:spAutoFit/>
          </a:bodyPr>
          <a:lstStyle/>
          <a:p>
            <a:endParaRPr lang="en-IN" sz="1800" dirty="0">
              <a:latin typeface="Consolas" panose="020B0609020204030204" pitchFamily="49" charset="0"/>
            </a:endParaRPr>
          </a:p>
          <a:p>
            <a:endParaRPr lang="en-IN" sz="1800" dirty="0">
              <a:latin typeface="Consolas" panose="020B0609020204030204" pitchFamily="49" charset="0"/>
            </a:endParaRPr>
          </a:p>
          <a:p>
            <a:endParaRPr lang="en-IN" sz="1800" dirty="0">
              <a:latin typeface="Consolas" panose="020B0609020204030204" pitchFamily="49" charset="0"/>
            </a:endParaRPr>
          </a:p>
        </p:txBody>
      </p:sp>
      <p:pic>
        <p:nvPicPr>
          <p:cNvPr id="4" name="Picture 3" descr="A screenshot of a computer&#10;&#10;AI-generated content may be incorrect.">
            <a:extLst>
              <a:ext uri="{FF2B5EF4-FFF2-40B4-BE49-F238E27FC236}">
                <a16:creationId xmlns:a16="http://schemas.microsoft.com/office/drawing/2014/main" id="{29D2B40F-BEA9-EDBD-6926-2A6B6C6613AE}"/>
              </a:ext>
            </a:extLst>
          </p:cNvPr>
          <p:cNvPicPr>
            <a:picLocks noChangeAspect="1"/>
          </p:cNvPicPr>
          <p:nvPr/>
        </p:nvPicPr>
        <p:blipFill>
          <a:blip r:embed="rId3"/>
          <a:stretch>
            <a:fillRect/>
          </a:stretch>
        </p:blipFill>
        <p:spPr>
          <a:xfrm>
            <a:off x="0" y="10285"/>
            <a:ext cx="9144000" cy="5122930"/>
          </a:xfrm>
          <a:prstGeom prst="rect">
            <a:avLst/>
          </a:prstGeom>
        </p:spPr>
      </p:pic>
    </p:spTree>
    <p:extLst>
      <p:ext uri="{BB962C8B-B14F-4D97-AF65-F5344CB8AC3E}">
        <p14:creationId xmlns:p14="http://schemas.microsoft.com/office/powerpoint/2010/main" val="73389316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1EAFF-D9BF-3629-5E6A-018B2B6131C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5F719EB-FC3A-3D16-FA8D-EE77D277504A}"/>
              </a:ext>
            </a:extLst>
          </p:cNvPr>
          <p:cNvSpPr txBox="1"/>
          <p:nvPr/>
        </p:nvSpPr>
        <p:spPr>
          <a:xfrm>
            <a:off x="284206" y="1268016"/>
            <a:ext cx="8649730" cy="253916"/>
          </a:xfrm>
          <a:prstGeom prst="rect">
            <a:avLst/>
          </a:prstGeom>
          <a:noFill/>
        </p:spPr>
        <p:txBody>
          <a:bodyPr wrap="square" rtlCol="0">
            <a:spAutoFit/>
          </a:bodyPr>
          <a:lstStyle/>
          <a:p>
            <a:pPr marL="214313" indent="-214313">
              <a:buFont typeface="Wingdings" panose="05000000000000000000" pitchFamily="2" charset="2"/>
              <a:buChar char="q"/>
            </a:pPr>
            <a:endParaRPr lang="en-IN" sz="1050" dirty="0"/>
          </a:p>
        </p:txBody>
      </p:sp>
      <p:pic>
        <p:nvPicPr>
          <p:cNvPr id="6" name="Picture 5">
            <a:extLst>
              <a:ext uri="{FF2B5EF4-FFF2-40B4-BE49-F238E27FC236}">
                <a16:creationId xmlns:a16="http://schemas.microsoft.com/office/drawing/2014/main" id="{A943A798-C532-A62C-C6B7-2FA315C4E607}"/>
              </a:ext>
            </a:extLst>
          </p:cNvPr>
          <p:cNvPicPr>
            <a:picLocks noChangeAspect="1"/>
          </p:cNvPicPr>
          <p:nvPr/>
        </p:nvPicPr>
        <p:blipFill>
          <a:blip r:embed="rId3"/>
          <a:stretch>
            <a:fillRect/>
          </a:stretch>
        </p:blipFill>
        <p:spPr>
          <a:xfrm>
            <a:off x="6351373" y="4695568"/>
            <a:ext cx="2681416" cy="333980"/>
          </a:xfrm>
          <a:prstGeom prst="rect">
            <a:avLst/>
          </a:prstGeom>
        </p:spPr>
      </p:pic>
      <p:sp>
        <p:nvSpPr>
          <p:cNvPr id="5" name="TextBox 4">
            <a:extLst>
              <a:ext uri="{FF2B5EF4-FFF2-40B4-BE49-F238E27FC236}">
                <a16:creationId xmlns:a16="http://schemas.microsoft.com/office/drawing/2014/main" id="{779187FC-68B0-2893-5AA2-A8550D462331}"/>
              </a:ext>
            </a:extLst>
          </p:cNvPr>
          <p:cNvSpPr txBox="1"/>
          <p:nvPr/>
        </p:nvSpPr>
        <p:spPr>
          <a:xfrm>
            <a:off x="1076254" y="1556247"/>
            <a:ext cx="5931243" cy="923330"/>
          </a:xfrm>
          <a:prstGeom prst="rect">
            <a:avLst/>
          </a:prstGeom>
          <a:noFill/>
        </p:spPr>
        <p:txBody>
          <a:bodyPr wrap="square" rtlCol="0">
            <a:spAutoFit/>
          </a:bodyPr>
          <a:lstStyle/>
          <a:p>
            <a:endParaRPr lang="en-IN" sz="1800" dirty="0">
              <a:latin typeface="Consolas" panose="020B0609020204030204" pitchFamily="49" charset="0"/>
            </a:endParaRPr>
          </a:p>
          <a:p>
            <a:endParaRPr lang="en-IN" sz="1800" dirty="0">
              <a:latin typeface="Consolas" panose="020B0609020204030204" pitchFamily="49" charset="0"/>
            </a:endParaRPr>
          </a:p>
          <a:p>
            <a:endParaRPr lang="en-IN" sz="1800" dirty="0">
              <a:latin typeface="Consolas" panose="020B0609020204030204" pitchFamily="49" charset="0"/>
            </a:endParaRPr>
          </a:p>
        </p:txBody>
      </p:sp>
      <p:pic>
        <p:nvPicPr>
          <p:cNvPr id="8" name="Picture 7" descr="A screenshot of a graph&#10;&#10;AI-generated content may be incorrect.">
            <a:extLst>
              <a:ext uri="{FF2B5EF4-FFF2-40B4-BE49-F238E27FC236}">
                <a16:creationId xmlns:a16="http://schemas.microsoft.com/office/drawing/2014/main" id="{44D92B72-9D39-2F04-EA85-2B0AE372D5D2}"/>
              </a:ext>
            </a:extLst>
          </p:cNvPr>
          <p:cNvPicPr>
            <a:picLocks noChangeAspect="1"/>
          </p:cNvPicPr>
          <p:nvPr/>
        </p:nvPicPr>
        <p:blipFill>
          <a:blip r:embed="rId4"/>
          <a:stretch>
            <a:fillRect/>
          </a:stretch>
        </p:blipFill>
        <p:spPr>
          <a:xfrm>
            <a:off x="0" y="0"/>
            <a:ext cx="9143999" cy="5143500"/>
          </a:xfrm>
          <a:prstGeom prst="rect">
            <a:avLst/>
          </a:prstGeom>
        </p:spPr>
      </p:pic>
    </p:spTree>
    <p:extLst>
      <p:ext uri="{BB962C8B-B14F-4D97-AF65-F5344CB8AC3E}">
        <p14:creationId xmlns:p14="http://schemas.microsoft.com/office/powerpoint/2010/main" val="2762494013"/>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5E541-42D0-8631-E7E0-72A6BCB3E6C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DB0FEE5-F1F5-A150-30DE-DD913F9D31D2}"/>
              </a:ext>
            </a:extLst>
          </p:cNvPr>
          <p:cNvSpPr txBox="1"/>
          <p:nvPr/>
        </p:nvSpPr>
        <p:spPr>
          <a:xfrm>
            <a:off x="284206" y="1268016"/>
            <a:ext cx="8649730" cy="253916"/>
          </a:xfrm>
          <a:prstGeom prst="rect">
            <a:avLst/>
          </a:prstGeom>
          <a:noFill/>
        </p:spPr>
        <p:txBody>
          <a:bodyPr wrap="square" rtlCol="0">
            <a:spAutoFit/>
          </a:bodyPr>
          <a:lstStyle/>
          <a:p>
            <a:pPr marL="214313" indent="-214313">
              <a:buFont typeface="Wingdings" panose="05000000000000000000" pitchFamily="2" charset="2"/>
              <a:buChar char="q"/>
            </a:pPr>
            <a:endParaRPr lang="en-IN" sz="1050" dirty="0"/>
          </a:p>
        </p:txBody>
      </p:sp>
      <p:pic>
        <p:nvPicPr>
          <p:cNvPr id="6" name="Picture 5">
            <a:extLst>
              <a:ext uri="{FF2B5EF4-FFF2-40B4-BE49-F238E27FC236}">
                <a16:creationId xmlns:a16="http://schemas.microsoft.com/office/drawing/2014/main" id="{08ACE753-3512-AD2A-5EC0-E3417112779B}"/>
              </a:ext>
            </a:extLst>
          </p:cNvPr>
          <p:cNvPicPr>
            <a:picLocks noChangeAspect="1"/>
          </p:cNvPicPr>
          <p:nvPr/>
        </p:nvPicPr>
        <p:blipFill>
          <a:blip r:embed="rId2"/>
          <a:stretch>
            <a:fillRect/>
          </a:stretch>
        </p:blipFill>
        <p:spPr>
          <a:xfrm>
            <a:off x="6351373" y="4695568"/>
            <a:ext cx="2681416" cy="333980"/>
          </a:xfrm>
          <a:prstGeom prst="rect">
            <a:avLst/>
          </a:prstGeom>
        </p:spPr>
      </p:pic>
      <p:sp>
        <p:nvSpPr>
          <p:cNvPr id="5" name="TextBox 4">
            <a:extLst>
              <a:ext uri="{FF2B5EF4-FFF2-40B4-BE49-F238E27FC236}">
                <a16:creationId xmlns:a16="http://schemas.microsoft.com/office/drawing/2014/main" id="{F3CEC548-822E-A197-8F7D-829BA250D885}"/>
              </a:ext>
            </a:extLst>
          </p:cNvPr>
          <p:cNvSpPr txBox="1"/>
          <p:nvPr/>
        </p:nvSpPr>
        <p:spPr>
          <a:xfrm>
            <a:off x="1076254" y="1556247"/>
            <a:ext cx="5931243" cy="923330"/>
          </a:xfrm>
          <a:prstGeom prst="rect">
            <a:avLst/>
          </a:prstGeom>
          <a:noFill/>
        </p:spPr>
        <p:txBody>
          <a:bodyPr wrap="square" rtlCol="0">
            <a:spAutoFit/>
          </a:bodyPr>
          <a:lstStyle/>
          <a:p>
            <a:endParaRPr lang="en-IN" sz="1800" dirty="0">
              <a:latin typeface="Consolas" panose="020B0609020204030204" pitchFamily="49" charset="0"/>
            </a:endParaRPr>
          </a:p>
          <a:p>
            <a:endParaRPr lang="en-IN" sz="1800" dirty="0">
              <a:latin typeface="Consolas" panose="020B0609020204030204" pitchFamily="49" charset="0"/>
            </a:endParaRPr>
          </a:p>
          <a:p>
            <a:endParaRPr lang="en-IN" sz="1800" dirty="0">
              <a:latin typeface="Consolas" panose="020B0609020204030204" pitchFamily="49" charset="0"/>
            </a:endParaRPr>
          </a:p>
        </p:txBody>
      </p:sp>
      <p:pic>
        <p:nvPicPr>
          <p:cNvPr id="8" name="Picture 7" descr="A screenshot of a graph&#10;&#10;AI-generated content may be incorrect.">
            <a:extLst>
              <a:ext uri="{FF2B5EF4-FFF2-40B4-BE49-F238E27FC236}">
                <a16:creationId xmlns:a16="http://schemas.microsoft.com/office/drawing/2014/main" id="{D2770510-41C4-EE0E-2125-902BAC2AE58B}"/>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1362943284"/>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0A2DE-9F35-40B6-ED26-B9E0B687D4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251C80-8DC6-8201-F0C9-D25D81BF75DE}"/>
              </a:ext>
            </a:extLst>
          </p:cNvPr>
          <p:cNvSpPr>
            <a:spLocks noGrp="1"/>
          </p:cNvSpPr>
          <p:nvPr>
            <p:ph type="title"/>
          </p:nvPr>
        </p:nvSpPr>
        <p:spPr>
          <a:xfrm>
            <a:off x="175167" y="113952"/>
            <a:ext cx="7886700" cy="994172"/>
          </a:xfrm>
        </p:spPr>
        <p:txBody>
          <a:bodyPr>
            <a:normAutofit/>
          </a:bodyPr>
          <a:lstStyle/>
          <a:p>
            <a:r>
              <a:rPr lang="en-IN" sz="3200" dirty="0">
                <a:solidFill>
                  <a:srgbClr val="FF0000"/>
                </a:solidFill>
                <a:latin typeface="Rajdhani" panose="020B0604020202020204" charset="0"/>
                <a:cs typeface="Rajdhani" panose="020B0604020202020204" charset="0"/>
              </a:rPr>
              <a:t>Main Key Insights :</a:t>
            </a:r>
          </a:p>
        </p:txBody>
      </p:sp>
      <p:pic>
        <p:nvPicPr>
          <p:cNvPr id="6" name="Picture 5">
            <a:extLst>
              <a:ext uri="{FF2B5EF4-FFF2-40B4-BE49-F238E27FC236}">
                <a16:creationId xmlns:a16="http://schemas.microsoft.com/office/drawing/2014/main" id="{0178DB0C-7DC1-8BE0-237F-03A3B5F0D237}"/>
              </a:ext>
            </a:extLst>
          </p:cNvPr>
          <p:cNvPicPr>
            <a:picLocks noChangeAspect="1"/>
          </p:cNvPicPr>
          <p:nvPr/>
        </p:nvPicPr>
        <p:blipFill>
          <a:blip r:embed="rId2"/>
          <a:stretch>
            <a:fillRect/>
          </a:stretch>
        </p:blipFill>
        <p:spPr>
          <a:xfrm>
            <a:off x="6351373" y="4695568"/>
            <a:ext cx="2681416" cy="333980"/>
          </a:xfrm>
          <a:prstGeom prst="rect">
            <a:avLst/>
          </a:prstGeom>
        </p:spPr>
      </p:pic>
      <p:sp>
        <p:nvSpPr>
          <p:cNvPr id="8" name="Rectangle 3">
            <a:extLst>
              <a:ext uri="{FF2B5EF4-FFF2-40B4-BE49-F238E27FC236}">
                <a16:creationId xmlns:a16="http://schemas.microsoft.com/office/drawing/2014/main" id="{00BB3D89-585D-F34D-C759-8CA048CFFD28}"/>
              </a:ext>
            </a:extLst>
          </p:cNvPr>
          <p:cNvSpPr>
            <a:spLocks noChangeArrowheads="1"/>
          </p:cNvSpPr>
          <p:nvPr/>
        </p:nvSpPr>
        <p:spPr bwMode="auto">
          <a:xfrm>
            <a:off x="836236" y="825722"/>
            <a:ext cx="7750394"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spcBef>
                <a:spcPct val="0"/>
              </a:spcBef>
              <a:spcAft>
                <a:spcPct val="0"/>
              </a:spcAft>
              <a:buClrTx/>
              <a:buSzTx/>
              <a:buFont typeface="Wingdings" panose="05000000000000000000" pitchFamily="2" charset="2"/>
              <a:buChar char="§"/>
              <a:tabLst/>
            </a:pPr>
            <a:r>
              <a:rPr kumimoji="0" lang="en-US" altLang="en-US" i="0" u="none" strike="noStrike" cap="none" normalizeH="0" baseline="0" dirty="0">
                <a:ln>
                  <a:noFill/>
                </a:ln>
                <a:solidFill>
                  <a:schemeClr val="bg1">
                    <a:lumMod val="50000"/>
                  </a:schemeClr>
                </a:solidFill>
                <a:effectLst/>
                <a:latin typeface="Arial" panose="020B0604020202020204" pitchFamily="34" charset="0"/>
              </a:rPr>
              <a:t>Action is the highest revenue-generating genre, contributing the largest share to total box office revenue.</a:t>
            </a:r>
          </a:p>
          <a:p>
            <a:pPr marL="285750" marR="0" lvl="0" indent="-285750" algn="l" defTabSz="914400" rtl="0" eaLnBrk="0" fontAlgn="base" latinLnBrk="0" hangingPunct="0">
              <a:spcBef>
                <a:spcPct val="0"/>
              </a:spcBef>
              <a:spcAft>
                <a:spcPct val="0"/>
              </a:spcAft>
              <a:buClrTx/>
              <a:buSzTx/>
              <a:buFont typeface="Wingdings" panose="05000000000000000000" pitchFamily="2" charset="2"/>
              <a:buChar char="§"/>
              <a:tabLst/>
            </a:pPr>
            <a:endParaRPr kumimoji="0" lang="en-US" altLang="en-US" i="0" u="none" strike="noStrike" cap="none" normalizeH="0" baseline="0" dirty="0">
              <a:ln>
                <a:noFill/>
              </a:ln>
              <a:solidFill>
                <a:schemeClr val="bg1">
                  <a:lumMod val="50000"/>
                </a:schemeClr>
              </a:solidFill>
              <a:effectLst/>
              <a:latin typeface="Arial" panose="020B0604020202020204" pitchFamily="34" charset="0"/>
            </a:endParaRPr>
          </a:p>
          <a:p>
            <a:pPr marL="285750" marR="0" lvl="0" indent="-285750" algn="l" defTabSz="914400" rtl="0" eaLnBrk="0" fontAlgn="base" latinLnBrk="0" hangingPunct="0">
              <a:spcBef>
                <a:spcPct val="0"/>
              </a:spcBef>
              <a:spcAft>
                <a:spcPct val="0"/>
              </a:spcAft>
              <a:buClrTx/>
              <a:buSzTx/>
              <a:buFont typeface="Wingdings" panose="05000000000000000000" pitchFamily="2" charset="2"/>
              <a:buChar char="§"/>
              <a:tabLst/>
            </a:pPr>
            <a:r>
              <a:rPr kumimoji="0" lang="en-US" altLang="en-US" i="0" u="none" strike="noStrike" cap="none" normalizeH="0" baseline="0" dirty="0">
                <a:ln>
                  <a:noFill/>
                </a:ln>
                <a:solidFill>
                  <a:schemeClr val="bg1">
                    <a:lumMod val="50000"/>
                  </a:schemeClr>
                </a:solidFill>
                <a:effectLst/>
                <a:latin typeface="Arial" panose="020B0604020202020204" pitchFamily="34" charset="0"/>
              </a:rPr>
              <a:t>Movie releases and total revenue have increased over the years, showing growth in the movie industry.</a:t>
            </a:r>
          </a:p>
          <a:p>
            <a:pPr marL="285750" marR="0" lvl="0" indent="-285750" algn="l" defTabSz="914400" rtl="0" eaLnBrk="0" fontAlgn="base" latinLnBrk="0" hangingPunct="0">
              <a:spcBef>
                <a:spcPct val="0"/>
              </a:spcBef>
              <a:spcAft>
                <a:spcPct val="0"/>
              </a:spcAft>
              <a:buClrTx/>
              <a:buSzTx/>
              <a:buFont typeface="Wingdings" panose="05000000000000000000" pitchFamily="2" charset="2"/>
              <a:buChar char="§"/>
              <a:tabLst/>
            </a:pPr>
            <a:endParaRPr kumimoji="0" lang="en-US" altLang="en-US" i="0" u="none" strike="noStrike" cap="none" normalizeH="0" baseline="0" dirty="0">
              <a:ln>
                <a:noFill/>
              </a:ln>
              <a:solidFill>
                <a:schemeClr val="bg1">
                  <a:lumMod val="50000"/>
                </a:schemeClr>
              </a:solidFill>
              <a:effectLst/>
              <a:latin typeface="Arial" panose="020B0604020202020204" pitchFamily="34" charset="0"/>
            </a:endParaRPr>
          </a:p>
          <a:p>
            <a:pPr marL="285750" marR="0" lvl="0" indent="-285750" algn="l" defTabSz="914400" rtl="0" eaLnBrk="0" fontAlgn="base" latinLnBrk="0" hangingPunct="0">
              <a:spcBef>
                <a:spcPct val="0"/>
              </a:spcBef>
              <a:spcAft>
                <a:spcPct val="0"/>
              </a:spcAft>
              <a:buClrTx/>
              <a:buSzTx/>
              <a:buFont typeface="Wingdings" panose="05000000000000000000" pitchFamily="2" charset="2"/>
              <a:buChar char="§"/>
              <a:tabLst/>
            </a:pPr>
            <a:r>
              <a:rPr kumimoji="0" lang="en-US" altLang="en-US" i="0" u="none" strike="noStrike" cap="none" normalizeH="0" baseline="0" dirty="0">
                <a:ln>
                  <a:noFill/>
                </a:ln>
                <a:solidFill>
                  <a:schemeClr val="bg1">
                    <a:lumMod val="50000"/>
                  </a:schemeClr>
                </a:solidFill>
                <a:effectLst/>
                <a:latin typeface="Arial" panose="020B0604020202020204" pitchFamily="34" charset="0"/>
              </a:rPr>
              <a:t>Medium-length movies (90–120 minutes) perform best, earning higher average revenue and good audience ratings.</a:t>
            </a:r>
          </a:p>
          <a:p>
            <a:pPr marL="285750" marR="0" lvl="0" indent="-285750" algn="l" defTabSz="914400" rtl="0" eaLnBrk="0" fontAlgn="base" latinLnBrk="0" hangingPunct="0">
              <a:spcBef>
                <a:spcPct val="0"/>
              </a:spcBef>
              <a:spcAft>
                <a:spcPct val="0"/>
              </a:spcAft>
              <a:buClrTx/>
              <a:buSzTx/>
              <a:buFont typeface="Wingdings" panose="05000000000000000000" pitchFamily="2" charset="2"/>
              <a:buChar char="§"/>
              <a:tabLst/>
            </a:pPr>
            <a:endParaRPr kumimoji="0" lang="en-US" altLang="en-US" i="0" u="none" strike="noStrike" cap="none" normalizeH="0" baseline="0" dirty="0">
              <a:ln>
                <a:noFill/>
              </a:ln>
              <a:solidFill>
                <a:schemeClr val="bg1">
                  <a:lumMod val="50000"/>
                </a:schemeClr>
              </a:solidFill>
              <a:effectLst/>
              <a:latin typeface="Arial" panose="020B0604020202020204" pitchFamily="34" charset="0"/>
            </a:endParaRPr>
          </a:p>
          <a:p>
            <a:pPr marL="285750" marR="0" lvl="0" indent="-285750" algn="l" defTabSz="914400" rtl="0" eaLnBrk="0" fontAlgn="base" latinLnBrk="0" hangingPunct="0">
              <a:spcBef>
                <a:spcPct val="0"/>
              </a:spcBef>
              <a:spcAft>
                <a:spcPct val="0"/>
              </a:spcAft>
              <a:buClrTx/>
              <a:buSzTx/>
              <a:buFont typeface="Wingdings" panose="05000000000000000000" pitchFamily="2" charset="2"/>
              <a:buChar char="§"/>
              <a:tabLst/>
            </a:pPr>
            <a:r>
              <a:rPr kumimoji="0" lang="en-US" altLang="en-US" i="0" u="none" strike="noStrike" cap="none" normalizeH="0" baseline="0" dirty="0">
                <a:ln>
                  <a:noFill/>
                </a:ln>
                <a:solidFill>
                  <a:schemeClr val="bg1">
                    <a:lumMod val="50000"/>
                  </a:schemeClr>
                </a:solidFill>
                <a:effectLst/>
                <a:latin typeface="Arial" panose="020B0604020202020204" pitchFamily="34" charset="0"/>
              </a:rPr>
              <a:t>Higher IMDb ratings generally support higher revenue, but ratings alone do not guarantee box office success.</a:t>
            </a:r>
          </a:p>
          <a:p>
            <a:pPr marL="285750" marR="0" lvl="0" indent="-285750" algn="l" defTabSz="914400" rtl="0" eaLnBrk="0" fontAlgn="base" latinLnBrk="0" hangingPunct="0">
              <a:spcBef>
                <a:spcPct val="0"/>
              </a:spcBef>
              <a:spcAft>
                <a:spcPct val="0"/>
              </a:spcAft>
              <a:buClrTx/>
              <a:buSzTx/>
              <a:buFont typeface="Wingdings" panose="05000000000000000000" pitchFamily="2" charset="2"/>
              <a:buChar char="§"/>
              <a:tabLst/>
            </a:pPr>
            <a:endParaRPr kumimoji="0" lang="en-US" altLang="en-US" i="0" u="none" strike="noStrike" cap="none" normalizeH="0" baseline="0" dirty="0">
              <a:ln>
                <a:noFill/>
              </a:ln>
              <a:solidFill>
                <a:schemeClr val="bg1">
                  <a:lumMod val="50000"/>
                </a:schemeClr>
              </a:solidFill>
              <a:effectLst/>
              <a:latin typeface="Arial" panose="020B0604020202020204" pitchFamily="34" charset="0"/>
            </a:endParaRPr>
          </a:p>
          <a:p>
            <a:pPr marL="285750" marR="0" lvl="0" indent="-285750" algn="l" defTabSz="914400" rtl="0" eaLnBrk="0" fontAlgn="base" latinLnBrk="0" hangingPunct="0">
              <a:spcBef>
                <a:spcPct val="0"/>
              </a:spcBef>
              <a:spcAft>
                <a:spcPct val="0"/>
              </a:spcAft>
              <a:buClrTx/>
              <a:buSzTx/>
              <a:buFont typeface="Wingdings" panose="05000000000000000000" pitchFamily="2" charset="2"/>
              <a:buChar char="§"/>
              <a:tabLst/>
            </a:pPr>
            <a:r>
              <a:rPr kumimoji="0" lang="en-US" altLang="en-US" i="0" u="none" strike="noStrike" cap="none" normalizeH="0" baseline="0" dirty="0">
                <a:ln>
                  <a:noFill/>
                </a:ln>
                <a:solidFill>
                  <a:schemeClr val="bg1">
                    <a:lumMod val="50000"/>
                  </a:schemeClr>
                </a:solidFill>
                <a:effectLst/>
                <a:latin typeface="Arial" panose="020B0604020202020204" pitchFamily="34" charset="0"/>
              </a:rPr>
              <a:t>Movies with higher audience votes earn more revenue, highlighting the strong impact of popularity.</a:t>
            </a:r>
          </a:p>
          <a:p>
            <a:pPr marL="285750" marR="0" lvl="0" indent="-285750" algn="l" defTabSz="914400" rtl="0" eaLnBrk="0" fontAlgn="base" latinLnBrk="0" hangingPunct="0">
              <a:spcBef>
                <a:spcPct val="0"/>
              </a:spcBef>
              <a:spcAft>
                <a:spcPct val="0"/>
              </a:spcAft>
              <a:buClrTx/>
              <a:buSzTx/>
              <a:buFont typeface="Wingdings" panose="05000000000000000000" pitchFamily="2" charset="2"/>
              <a:buChar char="§"/>
              <a:tabLst/>
            </a:pPr>
            <a:endParaRPr kumimoji="0" lang="en-US" altLang="en-US" i="0" u="none" strike="noStrike" cap="none" normalizeH="0" baseline="0" dirty="0">
              <a:ln>
                <a:noFill/>
              </a:ln>
              <a:solidFill>
                <a:schemeClr val="bg1">
                  <a:lumMod val="50000"/>
                </a:schemeClr>
              </a:solidFill>
              <a:effectLst/>
              <a:latin typeface="Arial" panose="020B0604020202020204" pitchFamily="34" charset="0"/>
            </a:endParaRPr>
          </a:p>
          <a:p>
            <a:pPr marL="285750" marR="0" lvl="0" indent="-285750" algn="l" defTabSz="914400" rtl="0" eaLnBrk="0" fontAlgn="base" latinLnBrk="0" hangingPunct="0">
              <a:spcBef>
                <a:spcPct val="0"/>
              </a:spcBef>
              <a:spcAft>
                <a:spcPct val="0"/>
              </a:spcAft>
              <a:buClrTx/>
              <a:buSzTx/>
              <a:buFont typeface="Wingdings" panose="05000000000000000000" pitchFamily="2" charset="2"/>
              <a:buChar char="§"/>
              <a:tabLst/>
            </a:pPr>
            <a:r>
              <a:rPr kumimoji="0" lang="en-US" altLang="en-US" i="0" u="none" strike="noStrike" cap="none" normalizeH="0" baseline="0" dirty="0">
                <a:ln>
                  <a:noFill/>
                </a:ln>
                <a:solidFill>
                  <a:schemeClr val="bg1">
                    <a:lumMod val="50000"/>
                  </a:schemeClr>
                </a:solidFill>
                <a:effectLst/>
                <a:latin typeface="Arial" panose="020B0604020202020204" pitchFamily="34" charset="0"/>
              </a:rPr>
              <a:t>A small number of top movies and directors contribute a major share of total revenue, showing revenue concentration.</a:t>
            </a:r>
          </a:p>
        </p:txBody>
      </p:sp>
    </p:spTree>
    <p:extLst>
      <p:ext uri="{BB962C8B-B14F-4D97-AF65-F5344CB8AC3E}">
        <p14:creationId xmlns:p14="http://schemas.microsoft.com/office/powerpoint/2010/main" val="1051397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91B39-304B-9465-E2A6-7358F574EC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068E61-32A3-364D-02AB-B8B991317706}"/>
              </a:ext>
            </a:extLst>
          </p:cNvPr>
          <p:cNvSpPr>
            <a:spLocks noGrp="1"/>
          </p:cNvSpPr>
          <p:nvPr>
            <p:ph type="title"/>
          </p:nvPr>
        </p:nvSpPr>
        <p:spPr/>
        <p:txBody>
          <a:bodyPr>
            <a:normAutofit/>
          </a:bodyPr>
          <a:lstStyle/>
          <a:p>
            <a:r>
              <a:rPr lang="en-IN" sz="3200" dirty="0">
                <a:solidFill>
                  <a:srgbClr val="FF0000"/>
                </a:solidFill>
                <a:latin typeface="Rajdhani" panose="020B0604020202020204" charset="0"/>
                <a:cs typeface="Rajdhani" panose="020B0604020202020204" charset="0"/>
              </a:rPr>
              <a:t>Conclusion :</a:t>
            </a:r>
          </a:p>
        </p:txBody>
      </p:sp>
      <p:pic>
        <p:nvPicPr>
          <p:cNvPr id="6" name="Picture 5">
            <a:extLst>
              <a:ext uri="{FF2B5EF4-FFF2-40B4-BE49-F238E27FC236}">
                <a16:creationId xmlns:a16="http://schemas.microsoft.com/office/drawing/2014/main" id="{6AE55BAC-8B3A-C629-5A29-A847470E3867}"/>
              </a:ext>
            </a:extLst>
          </p:cNvPr>
          <p:cNvPicPr>
            <a:picLocks noChangeAspect="1"/>
          </p:cNvPicPr>
          <p:nvPr/>
        </p:nvPicPr>
        <p:blipFill>
          <a:blip r:embed="rId2"/>
          <a:stretch>
            <a:fillRect/>
          </a:stretch>
        </p:blipFill>
        <p:spPr>
          <a:xfrm>
            <a:off x="6351373" y="4695568"/>
            <a:ext cx="2681416" cy="333980"/>
          </a:xfrm>
          <a:prstGeom prst="rect">
            <a:avLst/>
          </a:prstGeom>
        </p:spPr>
      </p:pic>
      <p:sp>
        <p:nvSpPr>
          <p:cNvPr id="5" name="TextBox 4">
            <a:extLst>
              <a:ext uri="{FF2B5EF4-FFF2-40B4-BE49-F238E27FC236}">
                <a16:creationId xmlns:a16="http://schemas.microsoft.com/office/drawing/2014/main" id="{22D04646-7DED-D578-145F-5FEFDDAF7BAD}"/>
              </a:ext>
            </a:extLst>
          </p:cNvPr>
          <p:cNvSpPr txBox="1"/>
          <p:nvPr/>
        </p:nvSpPr>
        <p:spPr>
          <a:xfrm>
            <a:off x="814340" y="1167532"/>
            <a:ext cx="7844617" cy="3431709"/>
          </a:xfrm>
          <a:prstGeom prst="rect">
            <a:avLst/>
          </a:prstGeom>
          <a:noFill/>
        </p:spPr>
        <p:txBody>
          <a:bodyPr wrap="square" rtlCol="0">
            <a:spAutoFit/>
          </a:bodyPr>
          <a:lstStyle/>
          <a:p>
            <a:pPr algn="just">
              <a:lnSpc>
                <a:spcPct val="150000"/>
              </a:lnSpc>
            </a:pPr>
            <a:r>
              <a:rPr lang="en-US" dirty="0">
                <a:latin typeface="+mn-lt"/>
                <a:cs typeface="Arial" panose="020B0604020202020204" pitchFamily="34" charset="0"/>
              </a:rPr>
              <a:t>This project analyzed movie sales data to understand trends in revenue, ratings, genres, and audience engagement.</a:t>
            </a:r>
          </a:p>
          <a:p>
            <a:pPr algn="just">
              <a:lnSpc>
                <a:spcPct val="150000"/>
              </a:lnSpc>
            </a:pPr>
            <a:r>
              <a:rPr lang="en-US" dirty="0">
                <a:latin typeface="+mn-lt"/>
                <a:cs typeface="Arial" panose="020B0604020202020204" pitchFamily="34" charset="0"/>
              </a:rPr>
              <a:t>The analysis shows that revenue is influenced by multiple factors such as genre, ratings, votes, and runtime.</a:t>
            </a:r>
          </a:p>
          <a:p>
            <a:pPr algn="just">
              <a:lnSpc>
                <a:spcPct val="150000"/>
              </a:lnSpc>
            </a:pPr>
            <a:r>
              <a:rPr lang="en-US" dirty="0">
                <a:latin typeface="+mn-lt"/>
                <a:cs typeface="Arial" panose="020B0604020202020204" pitchFamily="34" charset="0"/>
              </a:rPr>
              <a:t>Medium-length movies and popular genres tend to perform better at the box office. Higher IMDb ratings generally support better revenue, but they are not the only success factor.</a:t>
            </a:r>
          </a:p>
          <a:p>
            <a:pPr algn="just">
              <a:lnSpc>
                <a:spcPct val="150000"/>
              </a:lnSpc>
            </a:pPr>
            <a:r>
              <a:rPr lang="en-US" dirty="0">
                <a:latin typeface="+mn-lt"/>
                <a:cs typeface="Arial" panose="020B0604020202020204" pitchFamily="34" charset="0"/>
              </a:rPr>
              <a:t>A small number of top movies and directors contribute significantly to overall revenue.</a:t>
            </a:r>
          </a:p>
          <a:p>
            <a:pPr algn="just">
              <a:lnSpc>
                <a:spcPct val="150000"/>
              </a:lnSpc>
            </a:pPr>
            <a:r>
              <a:rPr lang="en-US" dirty="0">
                <a:latin typeface="+mn-lt"/>
                <a:cs typeface="Arial" panose="020B0604020202020204" pitchFamily="34" charset="0"/>
              </a:rPr>
              <a:t>Overall, the dashboard provides valuable insights to support data-driven decisions in the movie industry.</a:t>
            </a:r>
            <a:endParaRPr lang="en-IN" dirty="0">
              <a:latin typeface="+mn-lt"/>
              <a:cs typeface="Arial" panose="020B0604020202020204" pitchFamily="34" charset="0"/>
            </a:endParaRPr>
          </a:p>
          <a:p>
            <a:pPr algn="just"/>
            <a:endParaRPr lang="en-IN" dirty="0">
              <a:latin typeface="Consolas" panose="020B0609020204030204" pitchFamily="49" charset="0"/>
            </a:endParaRPr>
          </a:p>
          <a:p>
            <a:pPr algn="just"/>
            <a:endParaRPr lang="en-IN" dirty="0">
              <a:latin typeface="Consolas" panose="020B0609020204030204" pitchFamily="49" charset="0"/>
            </a:endParaRPr>
          </a:p>
        </p:txBody>
      </p:sp>
    </p:spTree>
    <p:extLst>
      <p:ext uri="{BB962C8B-B14F-4D97-AF65-F5344CB8AC3E}">
        <p14:creationId xmlns:p14="http://schemas.microsoft.com/office/powerpoint/2010/main" val="181280033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414BC-667A-E362-9EF4-36DC8789A3C3}"/>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7458202-58DD-BDFE-F220-35D168302724}"/>
              </a:ext>
            </a:extLst>
          </p:cNvPr>
          <p:cNvPicPr>
            <a:picLocks noChangeAspect="1"/>
          </p:cNvPicPr>
          <p:nvPr/>
        </p:nvPicPr>
        <p:blipFill>
          <a:blip r:embed="rId3"/>
          <a:stretch>
            <a:fillRect/>
          </a:stretch>
        </p:blipFill>
        <p:spPr>
          <a:xfrm>
            <a:off x="6215449" y="4695568"/>
            <a:ext cx="2817340" cy="333980"/>
          </a:xfrm>
          <a:prstGeom prst="rect">
            <a:avLst/>
          </a:prstGeom>
        </p:spPr>
      </p:pic>
      <p:sp>
        <p:nvSpPr>
          <p:cNvPr id="8" name="TextBox 7">
            <a:extLst>
              <a:ext uri="{FF2B5EF4-FFF2-40B4-BE49-F238E27FC236}">
                <a16:creationId xmlns:a16="http://schemas.microsoft.com/office/drawing/2014/main" id="{CDF53328-C1BC-55E0-C7D4-7E1150549956}"/>
              </a:ext>
            </a:extLst>
          </p:cNvPr>
          <p:cNvSpPr txBox="1"/>
          <p:nvPr/>
        </p:nvSpPr>
        <p:spPr>
          <a:xfrm>
            <a:off x="1352679" y="1935128"/>
            <a:ext cx="4593624" cy="1015663"/>
          </a:xfrm>
          <a:prstGeom prst="rect">
            <a:avLst/>
          </a:prstGeom>
          <a:noFill/>
        </p:spPr>
        <p:txBody>
          <a:bodyPr wrap="square">
            <a:spAutoFit/>
          </a:bodyPr>
          <a:lstStyle/>
          <a:p>
            <a:pPr algn="ctr"/>
            <a:r>
              <a:rPr lang="en-IN" sz="6000" b="1" dirty="0">
                <a:solidFill>
                  <a:schemeClr val="accent1">
                    <a:lumMod val="75000"/>
                  </a:schemeClr>
                </a:solidFill>
                <a:latin typeface="Rajdhani" panose="020B0604020202020204" charset="0"/>
                <a:cs typeface="Rajdhani" panose="020B0604020202020204" charset="0"/>
              </a:rPr>
              <a:t>THANK YOU</a:t>
            </a:r>
          </a:p>
        </p:txBody>
      </p:sp>
      <p:grpSp>
        <p:nvGrpSpPr>
          <p:cNvPr id="31" name="Google Shape;2847;p47">
            <a:extLst>
              <a:ext uri="{FF2B5EF4-FFF2-40B4-BE49-F238E27FC236}">
                <a16:creationId xmlns:a16="http://schemas.microsoft.com/office/drawing/2014/main" id="{C89961AA-2459-DDAA-F4FD-66ABBE44AD22}"/>
              </a:ext>
            </a:extLst>
          </p:cNvPr>
          <p:cNvGrpSpPr/>
          <p:nvPr/>
        </p:nvGrpSpPr>
        <p:grpSpPr>
          <a:xfrm>
            <a:off x="5884853" y="1570028"/>
            <a:ext cx="1434675" cy="1397300"/>
            <a:chOff x="790800" y="782325"/>
            <a:chExt cx="1434675" cy="1397300"/>
          </a:xfrm>
        </p:grpSpPr>
        <p:sp>
          <p:nvSpPr>
            <p:cNvPr id="32" name="Google Shape;2848;p47">
              <a:extLst>
                <a:ext uri="{FF2B5EF4-FFF2-40B4-BE49-F238E27FC236}">
                  <a16:creationId xmlns:a16="http://schemas.microsoft.com/office/drawing/2014/main" id="{3EFC3B4E-606F-289D-6EDF-2A77F9CE257B}"/>
                </a:ext>
              </a:extLst>
            </p:cNvPr>
            <p:cNvSpPr/>
            <p:nvPr/>
          </p:nvSpPr>
          <p:spPr>
            <a:xfrm>
              <a:off x="790800" y="782325"/>
              <a:ext cx="1434675" cy="1397300"/>
            </a:xfrm>
            <a:custGeom>
              <a:avLst/>
              <a:gdLst/>
              <a:ahLst/>
              <a:cxnLst/>
              <a:rect l="l" t="t" r="r" b="b"/>
              <a:pathLst>
                <a:path w="57387" h="55892" extrusionOk="0">
                  <a:moveTo>
                    <a:pt x="26535" y="0"/>
                  </a:moveTo>
                  <a:cubicBezTo>
                    <a:pt x="23555" y="0"/>
                    <a:pt x="20595" y="492"/>
                    <a:pt x="17772" y="1456"/>
                  </a:cubicBezTo>
                  <a:cubicBezTo>
                    <a:pt x="12924" y="3128"/>
                    <a:pt x="8921" y="5901"/>
                    <a:pt x="6207" y="9471"/>
                  </a:cubicBezTo>
                  <a:cubicBezTo>
                    <a:pt x="1" y="17634"/>
                    <a:pt x="542" y="28846"/>
                    <a:pt x="7485" y="36133"/>
                  </a:cubicBezTo>
                  <a:cubicBezTo>
                    <a:pt x="8557" y="37284"/>
                    <a:pt x="9796" y="38267"/>
                    <a:pt x="11173" y="39034"/>
                  </a:cubicBezTo>
                  <a:cubicBezTo>
                    <a:pt x="11163" y="39084"/>
                    <a:pt x="11154" y="39133"/>
                    <a:pt x="11144" y="39182"/>
                  </a:cubicBezTo>
                  <a:cubicBezTo>
                    <a:pt x="9010" y="39565"/>
                    <a:pt x="7367" y="41267"/>
                    <a:pt x="7062" y="43411"/>
                  </a:cubicBezTo>
                  <a:cubicBezTo>
                    <a:pt x="6748" y="45545"/>
                    <a:pt x="7849" y="47640"/>
                    <a:pt x="9787" y="48604"/>
                  </a:cubicBezTo>
                  <a:cubicBezTo>
                    <a:pt x="9550" y="50807"/>
                    <a:pt x="9383" y="52783"/>
                    <a:pt x="9285" y="54150"/>
                  </a:cubicBezTo>
                  <a:cubicBezTo>
                    <a:pt x="9206" y="55085"/>
                    <a:pt x="9954" y="55891"/>
                    <a:pt x="10898" y="55891"/>
                  </a:cubicBezTo>
                  <a:lnTo>
                    <a:pt x="55646" y="55881"/>
                  </a:lnTo>
                  <a:cubicBezTo>
                    <a:pt x="56630" y="55881"/>
                    <a:pt x="57387" y="55006"/>
                    <a:pt x="57249" y="54032"/>
                  </a:cubicBezTo>
                  <a:lnTo>
                    <a:pt x="53246" y="26987"/>
                  </a:lnTo>
                  <a:cubicBezTo>
                    <a:pt x="54909" y="25758"/>
                    <a:pt x="55646" y="23643"/>
                    <a:pt x="55105" y="21656"/>
                  </a:cubicBezTo>
                  <a:cubicBezTo>
                    <a:pt x="54574" y="19660"/>
                    <a:pt x="52883" y="18204"/>
                    <a:pt x="50837" y="17968"/>
                  </a:cubicBezTo>
                  <a:cubicBezTo>
                    <a:pt x="50129" y="16906"/>
                    <a:pt x="49244" y="15962"/>
                    <a:pt x="48231" y="15195"/>
                  </a:cubicBezTo>
                  <a:cubicBezTo>
                    <a:pt x="48309" y="15047"/>
                    <a:pt x="48359" y="14880"/>
                    <a:pt x="48388" y="14713"/>
                  </a:cubicBezTo>
                  <a:cubicBezTo>
                    <a:pt x="48604" y="13513"/>
                    <a:pt x="48536" y="12402"/>
                    <a:pt x="48191" y="11418"/>
                  </a:cubicBezTo>
                  <a:cubicBezTo>
                    <a:pt x="47749" y="10130"/>
                    <a:pt x="46775" y="9088"/>
                    <a:pt x="45605" y="8616"/>
                  </a:cubicBezTo>
                  <a:cubicBezTo>
                    <a:pt x="45369" y="8527"/>
                    <a:pt x="45123" y="8448"/>
                    <a:pt x="44867" y="8399"/>
                  </a:cubicBezTo>
                  <a:cubicBezTo>
                    <a:pt x="44267" y="7524"/>
                    <a:pt x="43313" y="6944"/>
                    <a:pt x="42261" y="6816"/>
                  </a:cubicBezTo>
                  <a:cubicBezTo>
                    <a:pt x="42133" y="6806"/>
                    <a:pt x="42005" y="6796"/>
                    <a:pt x="41877" y="6796"/>
                  </a:cubicBezTo>
                  <a:cubicBezTo>
                    <a:pt x="41750" y="6796"/>
                    <a:pt x="41622" y="6806"/>
                    <a:pt x="41504" y="6816"/>
                  </a:cubicBezTo>
                  <a:cubicBezTo>
                    <a:pt x="39743" y="4269"/>
                    <a:pt x="37176" y="2351"/>
                    <a:pt x="34000" y="1220"/>
                  </a:cubicBezTo>
                  <a:cubicBezTo>
                    <a:pt x="31738" y="413"/>
                    <a:pt x="29230" y="0"/>
                    <a:pt x="26535" y="0"/>
                  </a:cubicBezTo>
                  <a:close/>
                </a:path>
              </a:pathLst>
            </a:custGeom>
            <a:solidFill>
              <a:schemeClr val="accent6"/>
            </a:solidFill>
            <a:ln w="19050" cap="flat" cmpd="sng">
              <a:solidFill>
                <a:schemeClr val="accent6"/>
              </a:solidFill>
              <a:prstDash val="solid"/>
              <a:round/>
              <a:headEnd type="none" w="sm" len="sm"/>
              <a:tailEnd type="none" w="sm" len="sm"/>
            </a:ln>
            <a:effectLst>
              <a:outerShdw blurRad="57150" dist="19050" dir="54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849;p47">
              <a:extLst>
                <a:ext uri="{FF2B5EF4-FFF2-40B4-BE49-F238E27FC236}">
                  <a16:creationId xmlns:a16="http://schemas.microsoft.com/office/drawing/2014/main" id="{38CAC392-1F8D-086A-E310-10DF5CF7CBDA}"/>
                </a:ext>
              </a:extLst>
            </p:cNvPr>
            <p:cNvSpPr/>
            <p:nvPr/>
          </p:nvSpPr>
          <p:spPr>
            <a:xfrm>
              <a:off x="836550" y="829575"/>
              <a:ext cx="1029975" cy="930550"/>
            </a:xfrm>
            <a:custGeom>
              <a:avLst/>
              <a:gdLst/>
              <a:ahLst/>
              <a:cxnLst/>
              <a:rect l="l" t="t" r="r" b="b"/>
              <a:pathLst>
                <a:path w="41199" h="37222" extrusionOk="0">
                  <a:moveTo>
                    <a:pt x="24643" y="0"/>
                  </a:moveTo>
                  <a:cubicBezTo>
                    <a:pt x="21783" y="0"/>
                    <a:pt x="18922" y="501"/>
                    <a:pt x="16414" y="1366"/>
                  </a:cubicBezTo>
                  <a:cubicBezTo>
                    <a:pt x="12195" y="2821"/>
                    <a:pt x="8340" y="5241"/>
                    <a:pt x="5606" y="8830"/>
                  </a:cubicBezTo>
                  <a:cubicBezTo>
                    <a:pt x="0" y="16216"/>
                    <a:pt x="305" y="26611"/>
                    <a:pt x="6766" y="33407"/>
                  </a:cubicBezTo>
                  <a:cubicBezTo>
                    <a:pt x="7966" y="34666"/>
                    <a:pt x="9363" y="35768"/>
                    <a:pt x="10966" y="36436"/>
                  </a:cubicBezTo>
                  <a:cubicBezTo>
                    <a:pt x="12259" y="36978"/>
                    <a:pt x="13653" y="37221"/>
                    <a:pt x="15054" y="37221"/>
                  </a:cubicBezTo>
                  <a:cubicBezTo>
                    <a:pt x="16276" y="37221"/>
                    <a:pt x="17504" y="37036"/>
                    <a:pt x="18676" y="36702"/>
                  </a:cubicBezTo>
                  <a:cubicBezTo>
                    <a:pt x="20476" y="36200"/>
                    <a:pt x="22207" y="35345"/>
                    <a:pt x="23505" y="34007"/>
                  </a:cubicBezTo>
                  <a:cubicBezTo>
                    <a:pt x="26466" y="30958"/>
                    <a:pt x="26820" y="25844"/>
                    <a:pt x="30252" y="23327"/>
                  </a:cubicBezTo>
                  <a:cubicBezTo>
                    <a:pt x="32199" y="21881"/>
                    <a:pt x="34796" y="21606"/>
                    <a:pt x="36871" y="20347"/>
                  </a:cubicBezTo>
                  <a:cubicBezTo>
                    <a:pt x="38621" y="19275"/>
                    <a:pt x="39900" y="17583"/>
                    <a:pt x="40461" y="15606"/>
                  </a:cubicBezTo>
                  <a:cubicBezTo>
                    <a:pt x="41198" y="12921"/>
                    <a:pt x="40303" y="9705"/>
                    <a:pt x="39005" y="7296"/>
                  </a:cubicBezTo>
                  <a:cubicBezTo>
                    <a:pt x="37353" y="4208"/>
                    <a:pt x="34678" y="2231"/>
                    <a:pt x="31570" y="1120"/>
                  </a:cubicBezTo>
                  <a:cubicBezTo>
                    <a:pt x="29399" y="347"/>
                    <a:pt x="27022" y="0"/>
                    <a:pt x="246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850;p47">
              <a:extLst>
                <a:ext uri="{FF2B5EF4-FFF2-40B4-BE49-F238E27FC236}">
                  <a16:creationId xmlns:a16="http://schemas.microsoft.com/office/drawing/2014/main" id="{36D0639B-DF65-B2C6-70A2-B93863632F81}"/>
                </a:ext>
              </a:extLst>
            </p:cNvPr>
            <p:cNvSpPr/>
            <p:nvPr/>
          </p:nvSpPr>
          <p:spPr>
            <a:xfrm>
              <a:off x="1191075" y="937450"/>
              <a:ext cx="194275" cy="170075"/>
            </a:xfrm>
            <a:custGeom>
              <a:avLst/>
              <a:gdLst/>
              <a:ahLst/>
              <a:cxnLst/>
              <a:rect l="l" t="t" r="r" b="b"/>
              <a:pathLst>
                <a:path w="7771" h="6803" extrusionOk="0">
                  <a:moveTo>
                    <a:pt x="3877" y="0"/>
                  </a:moveTo>
                  <a:cubicBezTo>
                    <a:pt x="3340" y="0"/>
                    <a:pt x="2797" y="127"/>
                    <a:pt x="2292" y="394"/>
                  </a:cubicBezTo>
                  <a:cubicBezTo>
                    <a:pt x="630" y="1280"/>
                    <a:pt x="1" y="3335"/>
                    <a:pt x="876" y="4997"/>
                  </a:cubicBezTo>
                  <a:cubicBezTo>
                    <a:pt x="1490" y="6144"/>
                    <a:pt x="2668" y="6802"/>
                    <a:pt x="3887" y="6802"/>
                  </a:cubicBezTo>
                  <a:cubicBezTo>
                    <a:pt x="4425" y="6802"/>
                    <a:pt x="4970" y="6674"/>
                    <a:pt x="5479" y="6403"/>
                  </a:cubicBezTo>
                  <a:cubicBezTo>
                    <a:pt x="7141" y="5528"/>
                    <a:pt x="7770" y="3463"/>
                    <a:pt x="6885" y="1811"/>
                  </a:cubicBezTo>
                  <a:cubicBezTo>
                    <a:pt x="6277" y="656"/>
                    <a:pt x="5095" y="0"/>
                    <a:pt x="38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851;p47">
              <a:extLst>
                <a:ext uri="{FF2B5EF4-FFF2-40B4-BE49-F238E27FC236}">
                  <a16:creationId xmlns:a16="http://schemas.microsoft.com/office/drawing/2014/main" id="{D36A0C71-9304-BFFA-F659-814F39923FEB}"/>
                </a:ext>
              </a:extLst>
            </p:cNvPr>
            <p:cNvSpPr/>
            <p:nvPr/>
          </p:nvSpPr>
          <p:spPr>
            <a:xfrm>
              <a:off x="1247875" y="1151375"/>
              <a:ext cx="932625" cy="994550"/>
            </a:xfrm>
            <a:custGeom>
              <a:avLst/>
              <a:gdLst/>
              <a:ahLst/>
              <a:cxnLst/>
              <a:rect l="l" t="t" r="r" b="b"/>
              <a:pathLst>
                <a:path w="37305" h="39782" extrusionOk="0">
                  <a:moveTo>
                    <a:pt x="16779" y="0"/>
                  </a:moveTo>
                  <a:cubicBezTo>
                    <a:pt x="16002" y="0"/>
                    <a:pt x="15225" y="89"/>
                    <a:pt x="14478" y="276"/>
                  </a:cubicBezTo>
                  <a:cubicBezTo>
                    <a:pt x="14379" y="295"/>
                    <a:pt x="14291" y="325"/>
                    <a:pt x="14192" y="354"/>
                  </a:cubicBezTo>
                  <a:lnTo>
                    <a:pt x="14183" y="354"/>
                  </a:lnTo>
                  <a:cubicBezTo>
                    <a:pt x="13602" y="512"/>
                    <a:pt x="13032" y="728"/>
                    <a:pt x="12491" y="994"/>
                  </a:cubicBezTo>
                  <a:cubicBezTo>
                    <a:pt x="12107" y="1180"/>
                    <a:pt x="11744" y="1387"/>
                    <a:pt x="11399" y="1623"/>
                  </a:cubicBezTo>
                  <a:cubicBezTo>
                    <a:pt x="11075" y="1830"/>
                    <a:pt x="10760" y="2066"/>
                    <a:pt x="10465" y="2311"/>
                  </a:cubicBezTo>
                  <a:cubicBezTo>
                    <a:pt x="10219" y="2518"/>
                    <a:pt x="9993" y="2744"/>
                    <a:pt x="9767" y="2970"/>
                  </a:cubicBezTo>
                  <a:cubicBezTo>
                    <a:pt x="9600" y="3138"/>
                    <a:pt x="9452" y="3315"/>
                    <a:pt x="9295" y="3492"/>
                  </a:cubicBezTo>
                  <a:cubicBezTo>
                    <a:pt x="8813" y="4072"/>
                    <a:pt x="8400" y="4701"/>
                    <a:pt x="8065" y="5370"/>
                  </a:cubicBezTo>
                  <a:cubicBezTo>
                    <a:pt x="8026" y="5449"/>
                    <a:pt x="7987" y="5527"/>
                    <a:pt x="7947" y="5606"/>
                  </a:cubicBezTo>
                  <a:cubicBezTo>
                    <a:pt x="7928" y="5645"/>
                    <a:pt x="7908" y="5685"/>
                    <a:pt x="7898" y="5724"/>
                  </a:cubicBezTo>
                  <a:cubicBezTo>
                    <a:pt x="7770" y="5990"/>
                    <a:pt x="7662" y="6265"/>
                    <a:pt x="7564" y="6550"/>
                  </a:cubicBezTo>
                  <a:lnTo>
                    <a:pt x="7564" y="6560"/>
                  </a:lnTo>
                  <a:cubicBezTo>
                    <a:pt x="7456" y="6865"/>
                    <a:pt x="7367" y="7170"/>
                    <a:pt x="7288" y="7485"/>
                  </a:cubicBezTo>
                  <a:lnTo>
                    <a:pt x="6767" y="9687"/>
                  </a:lnTo>
                  <a:lnTo>
                    <a:pt x="6551" y="10573"/>
                  </a:lnTo>
                  <a:lnTo>
                    <a:pt x="6492" y="10818"/>
                  </a:lnTo>
                  <a:lnTo>
                    <a:pt x="6334" y="11487"/>
                  </a:lnTo>
                  <a:lnTo>
                    <a:pt x="5902" y="13267"/>
                  </a:lnTo>
                  <a:lnTo>
                    <a:pt x="5508" y="14939"/>
                  </a:lnTo>
                  <a:lnTo>
                    <a:pt x="5469" y="15077"/>
                  </a:lnTo>
                  <a:lnTo>
                    <a:pt x="5439" y="15205"/>
                  </a:lnTo>
                  <a:lnTo>
                    <a:pt x="5420" y="15293"/>
                  </a:lnTo>
                  <a:lnTo>
                    <a:pt x="5115" y="16552"/>
                  </a:lnTo>
                  <a:lnTo>
                    <a:pt x="4741" y="18136"/>
                  </a:lnTo>
                  <a:lnTo>
                    <a:pt x="4318" y="19906"/>
                  </a:lnTo>
                  <a:lnTo>
                    <a:pt x="3708" y="22423"/>
                  </a:lnTo>
                  <a:lnTo>
                    <a:pt x="3413" y="23672"/>
                  </a:lnTo>
                  <a:lnTo>
                    <a:pt x="2676" y="26800"/>
                  </a:lnTo>
                  <a:lnTo>
                    <a:pt x="1014" y="33733"/>
                  </a:lnTo>
                  <a:lnTo>
                    <a:pt x="965" y="33920"/>
                  </a:lnTo>
                  <a:lnTo>
                    <a:pt x="1" y="38552"/>
                  </a:lnTo>
                  <a:lnTo>
                    <a:pt x="2391" y="38552"/>
                  </a:lnTo>
                  <a:lnTo>
                    <a:pt x="12697" y="37402"/>
                  </a:lnTo>
                  <a:lnTo>
                    <a:pt x="12894" y="37353"/>
                  </a:lnTo>
                  <a:lnTo>
                    <a:pt x="13022" y="37323"/>
                  </a:lnTo>
                  <a:lnTo>
                    <a:pt x="13927" y="37126"/>
                  </a:lnTo>
                  <a:cubicBezTo>
                    <a:pt x="13932" y="37121"/>
                    <a:pt x="13934" y="37119"/>
                    <a:pt x="13937" y="37119"/>
                  </a:cubicBezTo>
                  <a:cubicBezTo>
                    <a:pt x="13939" y="37119"/>
                    <a:pt x="13942" y="37121"/>
                    <a:pt x="13947" y="37126"/>
                  </a:cubicBezTo>
                  <a:lnTo>
                    <a:pt x="14773" y="36940"/>
                  </a:lnTo>
                  <a:lnTo>
                    <a:pt x="15048" y="36989"/>
                  </a:lnTo>
                  <a:lnTo>
                    <a:pt x="15294" y="37028"/>
                  </a:lnTo>
                  <a:lnTo>
                    <a:pt x="15530" y="37067"/>
                  </a:lnTo>
                  <a:lnTo>
                    <a:pt x="29722" y="39536"/>
                  </a:lnTo>
                  <a:lnTo>
                    <a:pt x="31108" y="39782"/>
                  </a:lnTo>
                  <a:lnTo>
                    <a:pt x="37304" y="39782"/>
                  </a:lnTo>
                  <a:lnTo>
                    <a:pt x="32652" y="8330"/>
                  </a:lnTo>
                  <a:cubicBezTo>
                    <a:pt x="31944" y="3541"/>
                    <a:pt x="27833" y="0"/>
                    <a:pt x="22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852;p47">
              <a:extLst>
                <a:ext uri="{FF2B5EF4-FFF2-40B4-BE49-F238E27FC236}">
                  <a16:creationId xmlns:a16="http://schemas.microsoft.com/office/drawing/2014/main" id="{CECC5B26-9E3A-BAC2-4ACE-4246E715C333}"/>
                </a:ext>
              </a:extLst>
            </p:cNvPr>
            <p:cNvSpPr/>
            <p:nvPr/>
          </p:nvSpPr>
          <p:spPr>
            <a:xfrm>
              <a:off x="1192075" y="1151125"/>
              <a:ext cx="913675" cy="994800"/>
            </a:xfrm>
            <a:custGeom>
              <a:avLst/>
              <a:gdLst/>
              <a:ahLst/>
              <a:cxnLst/>
              <a:rect l="l" t="t" r="r" b="b"/>
              <a:pathLst>
                <a:path w="36547" h="39792" extrusionOk="0">
                  <a:moveTo>
                    <a:pt x="16011" y="0"/>
                  </a:moveTo>
                  <a:cubicBezTo>
                    <a:pt x="15303" y="0"/>
                    <a:pt x="14585" y="79"/>
                    <a:pt x="13887" y="236"/>
                  </a:cubicBezTo>
                  <a:cubicBezTo>
                    <a:pt x="13228" y="384"/>
                    <a:pt x="12589" y="600"/>
                    <a:pt x="11979" y="886"/>
                  </a:cubicBezTo>
                  <a:lnTo>
                    <a:pt x="11969" y="886"/>
                  </a:lnTo>
                  <a:cubicBezTo>
                    <a:pt x="11900" y="915"/>
                    <a:pt x="11832" y="945"/>
                    <a:pt x="11763" y="984"/>
                  </a:cubicBezTo>
                  <a:cubicBezTo>
                    <a:pt x="11330" y="1190"/>
                    <a:pt x="10917" y="1426"/>
                    <a:pt x="10524" y="1692"/>
                  </a:cubicBezTo>
                  <a:cubicBezTo>
                    <a:pt x="10425" y="1761"/>
                    <a:pt x="10317" y="1849"/>
                    <a:pt x="10238" y="1899"/>
                  </a:cubicBezTo>
                  <a:cubicBezTo>
                    <a:pt x="10160" y="1958"/>
                    <a:pt x="10081" y="2017"/>
                    <a:pt x="10002" y="2076"/>
                  </a:cubicBezTo>
                  <a:cubicBezTo>
                    <a:pt x="9904" y="2154"/>
                    <a:pt x="9796" y="2243"/>
                    <a:pt x="9697" y="2321"/>
                  </a:cubicBezTo>
                  <a:cubicBezTo>
                    <a:pt x="8124" y="3669"/>
                    <a:pt x="7012" y="5478"/>
                    <a:pt x="6531" y="7485"/>
                  </a:cubicBezTo>
                  <a:lnTo>
                    <a:pt x="6511" y="7583"/>
                  </a:lnTo>
                  <a:lnTo>
                    <a:pt x="5862" y="10297"/>
                  </a:lnTo>
                  <a:lnTo>
                    <a:pt x="5734" y="10828"/>
                  </a:lnTo>
                  <a:lnTo>
                    <a:pt x="5655" y="11163"/>
                  </a:lnTo>
                  <a:lnTo>
                    <a:pt x="5016" y="13858"/>
                  </a:lnTo>
                  <a:lnTo>
                    <a:pt x="4750" y="14949"/>
                  </a:lnTo>
                  <a:lnTo>
                    <a:pt x="2125" y="25925"/>
                  </a:lnTo>
                  <a:lnTo>
                    <a:pt x="0" y="38061"/>
                  </a:lnTo>
                  <a:lnTo>
                    <a:pt x="31924" y="39792"/>
                  </a:lnTo>
                  <a:lnTo>
                    <a:pt x="36546" y="39792"/>
                  </a:lnTo>
                  <a:lnTo>
                    <a:pt x="31895" y="8340"/>
                  </a:lnTo>
                  <a:cubicBezTo>
                    <a:pt x="31275" y="4111"/>
                    <a:pt x="27980" y="787"/>
                    <a:pt x="23771" y="118"/>
                  </a:cubicBezTo>
                  <a:cubicBezTo>
                    <a:pt x="23594" y="89"/>
                    <a:pt x="23427" y="69"/>
                    <a:pt x="23250" y="50"/>
                  </a:cubicBezTo>
                  <a:cubicBezTo>
                    <a:pt x="22915" y="20"/>
                    <a:pt x="22581" y="0"/>
                    <a:pt x="2224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853;p47">
              <a:extLst>
                <a:ext uri="{FF2B5EF4-FFF2-40B4-BE49-F238E27FC236}">
                  <a16:creationId xmlns:a16="http://schemas.microsoft.com/office/drawing/2014/main" id="{AB4DD040-08AE-1D25-A2B2-604CDFFE1A03}"/>
                </a:ext>
              </a:extLst>
            </p:cNvPr>
            <p:cNvSpPr/>
            <p:nvPr/>
          </p:nvSpPr>
          <p:spPr>
            <a:xfrm>
              <a:off x="1043425" y="932625"/>
              <a:ext cx="874475" cy="592500"/>
            </a:xfrm>
            <a:custGeom>
              <a:avLst/>
              <a:gdLst/>
              <a:ahLst/>
              <a:cxnLst/>
              <a:rect l="l" t="t" r="r" b="b"/>
              <a:pathLst>
                <a:path w="34979" h="23700" extrusionOk="0">
                  <a:moveTo>
                    <a:pt x="15859" y="0"/>
                  </a:moveTo>
                  <a:cubicBezTo>
                    <a:pt x="13878" y="0"/>
                    <a:pt x="11855" y="767"/>
                    <a:pt x="10874" y="2456"/>
                  </a:cubicBezTo>
                  <a:cubicBezTo>
                    <a:pt x="10195" y="3617"/>
                    <a:pt x="10126" y="5082"/>
                    <a:pt x="10500" y="6390"/>
                  </a:cubicBezTo>
                  <a:cubicBezTo>
                    <a:pt x="10637" y="6862"/>
                    <a:pt x="10795" y="7442"/>
                    <a:pt x="10441" y="7777"/>
                  </a:cubicBezTo>
                  <a:cubicBezTo>
                    <a:pt x="10274" y="7895"/>
                    <a:pt x="10077" y="7973"/>
                    <a:pt x="9870" y="8003"/>
                  </a:cubicBezTo>
                  <a:cubicBezTo>
                    <a:pt x="7992" y="8416"/>
                    <a:pt x="5877" y="8927"/>
                    <a:pt x="4894" y="10589"/>
                  </a:cubicBezTo>
                  <a:cubicBezTo>
                    <a:pt x="4245" y="11671"/>
                    <a:pt x="4255" y="13048"/>
                    <a:pt x="4619" y="14268"/>
                  </a:cubicBezTo>
                  <a:cubicBezTo>
                    <a:pt x="4973" y="15477"/>
                    <a:pt x="5661" y="16559"/>
                    <a:pt x="6340" y="17631"/>
                  </a:cubicBezTo>
                  <a:cubicBezTo>
                    <a:pt x="4805" y="17906"/>
                    <a:pt x="3311" y="18496"/>
                    <a:pt x="2130" y="19509"/>
                  </a:cubicBezTo>
                  <a:cubicBezTo>
                    <a:pt x="950" y="20513"/>
                    <a:pt x="104" y="21968"/>
                    <a:pt x="6" y="23532"/>
                  </a:cubicBezTo>
                  <a:cubicBezTo>
                    <a:pt x="19" y="23526"/>
                    <a:pt x="27" y="23524"/>
                    <a:pt x="34" y="23524"/>
                  </a:cubicBezTo>
                  <a:cubicBezTo>
                    <a:pt x="84" y="23524"/>
                    <a:pt x="0" y="23673"/>
                    <a:pt x="409" y="23699"/>
                  </a:cubicBezTo>
                  <a:lnTo>
                    <a:pt x="5641" y="23699"/>
                  </a:lnTo>
                  <a:cubicBezTo>
                    <a:pt x="5828" y="22352"/>
                    <a:pt x="6409" y="21093"/>
                    <a:pt x="7313" y="20080"/>
                  </a:cubicBezTo>
                  <a:lnTo>
                    <a:pt x="7313" y="20080"/>
                  </a:lnTo>
                  <a:cubicBezTo>
                    <a:pt x="6704" y="21191"/>
                    <a:pt x="6369" y="22430"/>
                    <a:pt x="6350" y="23699"/>
                  </a:cubicBezTo>
                  <a:lnTo>
                    <a:pt x="30071" y="23699"/>
                  </a:lnTo>
                  <a:cubicBezTo>
                    <a:pt x="29874" y="22627"/>
                    <a:pt x="29510" y="21594"/>
                    <a:pt x="28999" y="20640"/>
                  </a:cubicBezTo>
                  <a:lnTo>
                    <a:pt x="28999" y="20640"/>
                  </a:lnTo>
                  <a:cubicBezTo>
                    <a:pt x="29687" y="21575"/>
                    <a:pt x="30258" y="22598"/>
                    <a:pt x="30681" y="23689"/>
                  </a:cubicBezTo>
                  <a:lnTo>
                    <a:pt x="32707" y="23689"/>
                  </a:lnTo>
                  <a:lnTo>
                    <a:pt x="34841" y="23650"/>
                  </a:lnTo>
                  <a:cubicBezTo>
                    <a:pt x="34979" y="22696"/>
                    <a:pt x="34438" y="21545"/>
                    <a:pt x="33739" y="20876"/>
                  </a:cubicBezTo>
                  <a:cubicBezTo>
                    <a:pt x="33051" y="20218"/>
                    <a:pt x="32195" y="19755"/>
                    <a:pt x="31409" y="19205"/>
                  </a:cubicBezTo>
                  <a:cubicBezTo>
                    <a:pt x="31881" y="18496"/>
                    <a:pt x="32323" y="17749"/>
                    <a:pt x="32520" y="16923"/>
                  </a:cubicBezTo>
                  <a:cubicBezTo>
                    <a:pt x="32717" y="16097"/>
                    <a:pt x="32658" y="15172"/>
                    <a:pt x="32176" y="14474"/>
                  </a:cubicBezTo>
                  <a:cubicBezTo>
                    <a:pt x="31595" y="13628"/>
                    <a:pt x="30543" y="13255"/>
                    <a:pt x="29717" y="12655"/>
                  </a:cubicBezTo>
                  <a:cubicBezTo>
                    <a:pt x="29491" y="12487"/>
                    <a:pt x="29265" y="12291"/>
                    <a:pt x="29176" y="12025"/>
                  </a:cubicBezTo>
                  <a:cubicBezTo>
                    <a:pt x="29058" y="11720"/>
                    <a:pt x="29147" y="11376"/>
                    <a:pt x="29235" y="11061"/>
                  </a:cubicBezTo>
                  <a:cubicBezTo>
                    <a:pt x="29471" y="10176"/>
                    <a:pt x="29707" y="9281"/>
                    <a:pt x="29766" y="8367"/>
                  </a:cubicBezTo>
                  <a:cubicBezTo>
                    <a:pt x="29835" y="7442"/>
                    <a:pt x="29717" y="6498"/>
                    <a:pt x="29274" y="5692"/>
                  </a:cubicBezTo>
                  <a:cubicBezTo>
                    <a:pt x="28724" y="4689"/>
                    <a:pt x="27721" y="3990"/>
                    <a:pt x="26668" y="3558"/>
                  </a:cubicBezTo>
                  <a:cubicBezTo>
                    <a:pt x="25616" y="3125"/>
                    <a:pt x="24436" y="2918"/>
                    <a:pt x="23383" y="2456"/>
                  </a:cubicBezTo>
                  <a:cubicBezTo>
                    <a:pt x="21279" y="1541"/>
                    <a:pt x="19213" y="410"/>
                    <a:pt x="16932" y="76"/>
                  </a:cubicBezTo>
                  <a:cubicBezTo>
                    <a:pt x="16580" y="26"/>
                    <a:pt x="16220" y="0"/>
                    <a:pt x="1585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854;p47">
              <a:extLst>
                <a:ext uri="{FF2B5EF4-FFF2-40B4-BE49-F238E27FC236}">
                  <a16:creationId xmlns:a16="http://schemas.microsoft.com/office/drawing/2014/main" id="{AEB6B1FD-3D40-7846-D588-FAC92D928926}"/>
                </a:ext>
              </a:extLst>
            </p:cNvPr>
            <p:cNvSpPr/>
            <p:nvPr/>
          </p:nvSpPr>
          <p:spPr>
            <a:xfrm>
              <a:off x="1429575" y="1299625"/>
              <a:ext cx="231400" cy="206550"/>
            </a:xfrm>
            <a:custGeom>
              <a:avLst/>
              <a:gdLst/>
              <a:ahLst/>
              <a:cxnLst/>
              <a:rect l="l" t="t" r="r" b="b"/>
              <a:pathLst>
                <a:path w="9256" h="8262" extrusionOk="0">
                  <a:moveTo>
                    <a:pt x="7377" y="1"/>
                  </a:moveTo>
                  <a:lnTo>
                    <a:pt x="1741" y="148"/>
                  </a:lnTo>
                  <a:lnTo>
                    <a:pt x="119" y="5302"/>
                  </a:lnTo>
                  <a:lnTo>
                    <a:pt x="1" y="8262"/>
                  </a:lnTo>
                  <a:lnTo>
                    <a:pt x="8744" y="7446"/>
                  </a:lnTo>
                  <a:lnTo>
                    <a:pt x="9255" y="60"/>
                  </a:lnTo>
                  <a:lnTo>
                    <a:pt x="7377" y="1"/>
                  </a:lnTo>
                  <a:close/>
                </a:path>
              </a:pathLst>
            </a:custGeom>
            <a:solidFill>
              <a:srgbClr val="B45F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855;p47">
              <a:extLst>
                <a:ext uri="{FF2B5EF4-FFF2-40B4-BE49-F238E27FC236}">
                  <a16:creationId xmlns:a16="http://schemas.microsoft.com/office/drawing/2014/main" id="{DD42BA8E-EEC1-6810-C92F-925DBFCCF88C}"/>
                </a:ext>
              </a:extLst>
            </p:cNvPr>
            <p:cNvSpPr/>
            <p:nvPr/>
          </p:nvSpPr>
          <p:spPr>
            <a:xfrm>
              <a:off x="1432525" y="1293975"/>
              <a:ext cx="184425" cy="139975"/>
            </a:xfrm>
            <a:custGeom>
              <a:avLst/>
              <a:gdLst/>
              <a:ahLst/>
              <a:cxnLst/>
              <a:rect l="l" t="t" r="r" b="b"/>
              <a:pathLst>
                <a:path w="7377" h="5599" extrusionOk="0">
                  <a:moveTo>
                    <a:pt x="227" y="0"/>
                  </a:moveTo>
                  <a:lnTo>
                    <a:pt x="1" y="5528"/>
                  </a:lnTo>
                  <a:cubicBezTo>
                    <a:pt x="168" y="5557"/>
                    <a:pt x="345" y="5577"/>
                    <a:pt x="522" y="5587"/>
                  </a:cubicBezTo>
                  <a:cubicBezTo>
                    <a:pt x="661" y="5594"/>
                    <a:pt x="799" y="5598"/>
                    <a:pt x="938" y="5598"/>
                  </a:cubicBezTo>
                  <a:cubicBezTo>
                    <a:pt x="2212" y="5598"/>
                    <a:pt x="3466" y="5272"/>
                    <a:pt x="4584" y="4642"/>
                  </a:cubicBezTo>
                  <a:cubicBezTo>
                    <a:pt x="5213" y="4279"/>
                    <a:pt x="5793" y="3826"/>
                    <a:pt x="6305" y="3295"/>
                  </a:cubicBezTo>
                  <a:cubicBezTo>
                    <a:pt x="6659" y="2911"/>
                    <a:pt x="7101" y="2449"/>
                    <a:pt x="7259" y="1938"/>
                  </a:cubicBezTo>
                  <a:cubicBezTo>
                    <a:pt x="7377" y="1544"/>
                    <a:pt x="7318" y="1053"/>
                    <a:pt x="7298" y="650"/>
                  </a:cubicBezTo>
                  <a:cubicBezTo>
                    <a:pt x="7298" y="512"/>
                    <a:pt x="7278" y="364"/>
                    <a:pt x="7269" y="227"/>
                  </a:cubicBezTo>
                  <a:lnTo>
                    <a:pt x="227" y="0"/>
                  </a:lnTo>
                  <a:close/>
                </a:path>
              </a:pathLst>
            </a:custGeom>
            <a:solidFill>
              <a:srgbClr val="1F15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856;p47">
              <a:extLst>
                <a:ext uri="{FF2B5EF4-FFF2-40B4-BE49-F238E27FC236}">
                  <a16:creationId xmlns:a16="http://schemas.microsoft.com/office/drawing/2014/main" id="{B136B709-94D4-E3A6-4547-96DE6414B410}"/>
                </a:ext>
              </a:extLst>
            </p:cNvPr>
            <p:cNvSpPr/>
            <p:nvPr/>
          </p:nvSpPr>
          <p:spPr>
            <a:xfrm>
              <a:off x="1325575" y="976725"/>
              <a:ext cx="392675" cy="428300"/>
            </a:xfrm>
            <a:custGeom>
              <a:avLst/>
              <a:gdLst/>
              <a:ahLst/>
              <a:cxnLst/>
              <a:rect l="l" t="t" r="r" b="b"/>
              <a:pathLst>
                <a:path w="15707" h="17132" extrusionOk="0">
                  <a:moveTo>
                    <a:pt x="7944" y="1"/>
                  </a:moveTo>
                  <a:cubicBezTo>
                    <a:pt x="7656" y="1"/>
                    <a:pt x="7365" y="18"/>
                    <a:pt x="7072" y="53"/>
                  </a:cubicBezTo>
                  <a:cubicBezTo>
                    <a:pt x="3679" y="456"/>
                    <a:pt x="1092" y="2787"/>
                    <a:pt x="561" y="6091"/>
                  </a:cubicBezTo>
                  <a:lnTo>
                    <a:pt x="532" y="6416"/>
                  </a:lnTo>
                  <a:cubicBezTo>
                    <a:pt x="532" y="6416"/>
                    <a:pt x="1" y="14234"/>
                    <a:pt x="2017" y="15956"/>
                  </a:cubicBezTo>
                  <a:cubicBezTo>
                    <a:pt x="2835" y="16654"/>
                    <a:pt x="5347" y="17132"/>
                    <a:pt x="7531" y="17132"/>
                  </a:cubicBezTo>
                  <a:cubicBezTo>
                    <a:pt x="8758" y="17132"/>
                    <a:pt x="9882" y="16981"/>
                    <a:pt x="10543" y="16634"/>
                  </a:cubicBezTo>
                  <a:cubicBezTo>
                    <a:pt x="11153" y="16310"/>
                    <a:pt x="12992" y="15070"/>
                    <a:pt x="13573" y="12926"/>
                  </a:cubicBezTo>
                  <a:cubicBezTo>
                    <a:pt x="15028" y="11255"/>
                    <a:pt x="15707" y="9052"/>
                    <a:pt x="15441" y="6849"/>
                  </a:cubicBezTo>
                  <a:cubicBezTo>
                    <a:pt x="14975" y="2911"/>
                    <a:pt x="11709" y="1"/>
                    <a:pt x="7944" y="1"/>
                  </a:cubicBezTo>
                  <a:close/>
                </a:path>
              </a:pathLst>
            </a:custGeom>
            <a:solidFill>
              <a:srgbClr val="B45F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857;p47">
              <a:extLst>
                <a:ext uri="{FF2B5EF4-FFF2-40B4-BE49-F238E27FC236}">
                  <a16:creationId xmlns:a16="http://schemas.microsoft.com/office/drawing/2014/main" id="{10517DD6-0656-21D0-DDFC-B3D4B33F9553}"/>
                </a:ext>
              </a:extLst>
            </p:cNvPr>
            <p:cNvSpPr/>
            <p:nvPr/>
          </p:nvSpPr>
          <p:spPr>
            <a:xfrm>
              <a:off x="1614975" y="1220300"/>
              <a:ext cx="136700" cy="115625"/>
            </a:xfrm>
            <a:custGeom>
              <a:avLst/>
              <a:gdLst/>
              <a:ahLst/>
              <a:cxnLst/>
              <a:rect l="l" t="t" r="r" b="b"/>
              <a:pathLst>
                <a:path w="5468" h="4625" extrusionOk="0">
                  <a:moveTo>
                    <a:pt x="2456" y="0"/>
                  </a:moveTo>
                  <a:cubicBezTo>
                    <a:pt x="2364" y="0"/>
                    <a:pt x="2269" y="6"/>
                    <a:pt x="2174" y="17"/>
                  </a:cubicBezTo>
                  <a:cubicBezTo>
                    <a:pt x="905" y="174"/>
                    <a:pt x="0" y="1315"/>
                    <a:pt x="148" y="2584"/>
                  </a:cubicBezTo>
                  <a:cubicBezTo>
                    <a:pt x="295" y="3861"/>
                    <a:pt x="1364" y="4625"/>
                    <a:pt x="2454" y="4625"/>
                  </a:cubicBezTo>
                  <a:cubicBezTo>
                    <a:pt x="3109" y="4625"/>
                    <a:pt x="3773" y="4349"/>
                    <a:pt x="4249" y="3744"/>
                  </a:cubicBezTo>
                  <a:cubicBezTo>
                    <a:pt x="5467" y="2207"/>
                    <a:pt x="4328" y="0"/>
                    <a:pt x="2456" y="0"/>
                  </a:cubicBezTo>
                  <a:close/>
                </a:path>
              </a:pathLst>
            </a:custGeom>
            <a:solidFill>
              <a:srgbClr val="B45F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858;p47">
              <a:extLst>
                <a:ext uri="{FF2B5EF4-FFF2-40B4-BE49-F238E27FC236}">
                  <a16:creationId xmlns:a16="http://schemas.microsoft.com/office/drawing/2014/main" id="{2E73ACBC-EC3F-1AF9-1DEB-25DC13E4CD02}"/>
                </a:ext>
              </a:extLst>
            </p:cNvPr>
            <p:cNvSpPr/>
            <p:nvPr/>
          </p:nvSpPr>
          <p:spPr>
            <a:xfrm>
              <a:off x="1653075" y="1245525"/>
              <a:ext cx="63450" cy="62725"/>
            </a:xfrm>
            <a:custGeom>
              <a:avLst/>
              <a:gdLst/>
              <a:ahLst/>
              <a:cxnLst/>
              <a:rect l="l" t="t" r="r" b="b"/>
              <a:pathLst>
                <a:path w="2538" h="2509" extrusionOk="0">
                  <a:moveTo>
                    <a:pt x="2381" y="1"/>
                  </a:moveTo>
                  <a:cubicBezTo>
                    <a:pt x="1181" y="237"/>
                    <a:pt x="246" y="1171"/>
                    <a:pt x="10" y="2371"/>
                  </a:cubicBezTo>
                  <a:cubicBezTo>
                    <a:pt x="1" y="2430"/>
                    <a:pt x="40" y="2489"/>
                    <a:pt x="109" y="2509"/>
                  </a:cubicBezTo>
                  <a:lnTo>
                    <a:pt x="128" y="2509"/>
                  </a:lnTo>
                  <a:cubicBezTo>
                    <a:pt x="187" y="2509"/>
                    <a:pt x="237" y="2469"/>
                    <a:pt x="246" y="2420"/>
                  </a:cubicBezTo>
                  <a:cubicBezTo>
                    <a:pt x="296" y="2263"/>
                    <a:pt x="394" y="2135"/>
                    <a:pt x="532" y="2047"/>
                  </a:cubicBezTo>
                  <a:cubicBezTo>
                    <a:pt x="758" y="1860"/>
                    <a:pt x="1023" y="1722"/>
                    <a:pt x="1299" y="1634"/>
                  </a:cubicBezTo>
                  <a:cubicBezTo>
                    <a:pt x="1429" y="1592"/>
                    <a:pt x="1563" y="1572"/>
                    <a:pt x="1697" y="1572"/>
                  </a:cubicBezTo>
                  <a:cubicBezTo>
                    <a:pt x="1846" y="1572"/>
                    <a:pt x="1995" y="1597"/>
                    <a:pt x="2135" y="1643"/>
                  </a:cubicBezTo>
                  <a:cubicBezTo>
                    <a:pt x="2138" y="1644"/>
                    <a:pt x="2142" y="1644"/>
                    <a:pt x="2145" y="1644"/>
                  </a:cubicBezTo>
                  <a:cubicBezTo>
                    <a:pt x="2266" y="1644"/>
                    <a:pt x="2318" y="1484"/>
                    <a:pt x="2213" y="1417"/>
                  </a:cubicBezTo>
                  <a:cubicBezTo>
                    <a:pt x="2049" y="1361"/>
                    <a:pt x="1876" y="1331"/>
                    <a:pt x="1703" y="1331"/>
                  </a:cubicBezTo>
                  <a:cubicBezTo>
                    <a:pt x="1544" y="1331"/>
                    <a:pt x="1385" y="1356"/>
                    <a:pt x="1230" y="1407"/>
                  </a:cubicBezTo>
                  <a:cubicBezTo>
                    <a:pt x="945" y="1496"/>
                    <a:pt x="669" y="1634"/>
                    <a:pt x="433" y="1820"/>
                  </a:cubicBezTo>
                  <a:cubicBezTo>
                    <a:pt x="797" y="1004"/>
                    <a:pt x="1535" y="414"/>
                    <a:pt x="2420" y="237"/>
                  </a:cubicBezTo>
                  <a:cubicBezTo>
                    <a:pt x="2538" y="188"/>
                    <a:pt x="2508" y="1"/>
                    <a:pt x="23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859;p47">
              <a:extLst>
                <a:ext uri="{FF2B5EF4-FFF2-40B4-BE49-F238E27FC236}">
                  <a16:creationId xmlns:a16="http://schemas.microsoft.com/office/drawing/2014/main" id="{36D6B555-D4B3-42CF-7D8D-561BCAD8461B}"/>
                </a:ext>
              </a:extLst>
            </p:cNvPr>
            <p:cNvSpPr/>
            <p:nvPr/>
          </p:nvSpPr>
          <p:spPr>
            <a:xfrm>
              <a:off x="1502350" y="963275"/>
              <a:ext cx="274925" cy="301950"/>
            </a:xfrm>
            <a:custGeom>
              <a:avLst/>
              <a:gdLst/>
              <a:ahLst/>
              <a:cxnLst/>
              <a:rect l="l" t="t" r="r" b="b"/>
              <a:pathLst>
                <a:path w="10997" h="12078" extrusionOk="0">
                  <a:moveTo>
                    <a:pt x="778" y="1"/>
                  </a:moveTo>
                  <a:cubicBezTo>
                    <a:pt x="1" y="1358"/>
                    <a:pt x="837" y="3118"/>
                    <a:pt x="1604" y="4318"/>
                  </a:cubicBezTo>
                  <a:cubicBezTo>
                    <a:pt x="2302" y="5429"/>
                    <a:pt x="3728" y="6364"/>
                    <a:pt x="4741" y="7151"/>
                  </a:cubicBezTo>
                  <a:cubicBezTo>
                    <a:pt x="4181" y="7829"/>
                    <a:pt x="3846" y="8665"/>
                    <a:pt x="3905" y="9540"/>
                  </a:cubicBezTo>
                  <a:cubicBezTo>
                    <a:pt x="3964" y="10426"/>
                    <a:pt x="4367" y="11252"/>
                    <a:pt x="5007" y="11852"/>
                  </a:cubicBezTo>
                  <a:cubicBezTo>
                    <a:pt x="5125" y="11497"/>
                    <a:pt x="5528" y="11212"/>
                    <a:pt x="5843" y="11016"/>
                  </a:cubicBezTo>
                  <a:cubicBezTo>
                    <a:pt x="6305" y="10738"/>
                    <a:pt x="6832" y="10534"/>
                    <a:pt x="7339" y="10534"/>
                  </a:cubicBezTo>
                  <a:cubicBezTo>
                    <a:pt x="7641" y="10534"/>
                    <a:pt x="7935" y="10607"/>
                    <a:pt x="8203" y="10780"/>
                  </a:cubicBezTo>
                  <a:cubicBezTo>
                    <a:pt x="8695" y="11065"/>
                    <a:pt x="9049" y="11527"/>
                    <a:pt x="9206" y="12078"/>
                  </a:cubicBezTo>
                  <a:cubicBezTo>
                    <a:pt x="10190" y="10504"/>
                    <a:pt x="10790" y="8714"/>
                    <a:pt x="10927" y="6865"/>
                  </a:cubicBezTo>
                  <a:cubicBezTo>
                    <a:pt x="10996" y="6138"/>
                    <a:pt x="10957" y="5400"/>
                    <a:pt x="10790" y="4692"/>
                  </a:cubicBezTo>
                  <a:cubicBezTo>
                    <a:pt x="10632" y="3974"/>
                    <a:pt x="10258" y="3315"/>
                    <a:pt x="9727" y="2804"/>
                  </a:cubicBezTo>
                  <a:cubicBezTo>
                    <a:pt x="9354" y="2479"/>
                    <a:pt x="8931" y="2223"/>
                    <a:pt x="8478" y="2046"/>
                  </a:cubicBezTo>
                  <a:cubicBezTo>
                    <a:pt x="7642" y="1692"/>
                    <a:pt x="6757" y="1486"/>
                    <a:pt x="5882" y="1250"/>
                  </a:cubicBezTo>
                  <a:cubicBezTo>
                    <a:pt x="4780" y="945"/>
                    <a:pt x="1869" y="365"/>
                    <a:pt x="77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860;p47">
              <a:extLst>
                <a:ext uri="{FF2B5EF4-FFF2-40B4-BE49-F238E27FC236}">
                  <a16:creationId xmlns:a16="http://schemas.microsoft.com/office/drawing/2014/main" id="{657821D5-EDFA-567C-A7B7-9B545174F871}"/>
                </a:ext>
              </a:extLst>
            </p:cNvPr>
            <p:cNvSpPr/>
            <p:nvPr/>
          </p:nvSpPr>
          <p:spPr>
            <a:xfrm>
              <a:off x="1351650" y="1118100"/>
              <a:ext cx="56575" cy="26175"/>
            </a:xfrm>
            <a:custGeom>
              <a:avLst/>
              <a:gdLst/>
              <a:ahLst/>
              <a:cxnLst/>
              <a:rect l="l" t="t" r="r" b="b"/>
              <a:pathLst>
                <a:path w="2263" h="1047" extrusionOk="0">
                  <a:moveTo>
                    <a:pt x="1470" y="1"/>
                  </a:moveTo>
                  <a:cubicBezTo>
                    <a:pt x="1090" y="1"/>
                    <a:pt x="676" y="95"/>
                    <a:pt x="482" y="161"/>
                  </a:cubicBezTo>
                  <a:cubicBezTo>
                    <a:pt x="403" y="190"/>
                    <a:pt x="325" y="230"/>
                    <a:pt x="246" y="279"/>
                  </a:cubicBezTo>
                  <a:cubicBezTo>
                    <a:pt x="207" y="299"/>
                    <a:pt x="177" y="328"/>
                    <a:pt x="138" y="367"/>
                  </a:cubicBezTo>
                  <a:cubicBezTo>
                    <a:pt x="0" y="505"/>
                    <a:pt x="10" y="741"/>
                    <a:pt x="177" y="859"/>
                  </a:cubicBezTo>
                  <a:cubicBezTo>
                    <a:pt x="256" y="908"/>
                    <a:pt x="344" y="948"/>
                    <a:pt x="433" y="967"/>
                  </a:cubicBezTo>
                  <a:cubicBezTo>
                    <a:pt x="662" y="1020"/>
                    <a:pt x="892" y="1046"/>
                    <a:pt x="1124" y="1046"/>
                  </a:cubicBezTo>
                  <a:cubicBezTo>
                    <a:pt x="1240" y="1046"/>
                    <a:pt x="1357" y="1040"/>
                    <a:pt x="1475" y="1026"/>
                  </a:cubicBezTo>
                  <a:cubicBezTo>
                    <a:pt x="1652" y="1026"/>
                    <a:pt x="1829" y="987"/>
                    <a:pt x="1997" y="908"/>
                  </a:cubicBezTo>
                  <a:cubicBezTo>
                    <a:pt x="2154" y="830"/>
                    <a:pt x="2262" y="663"/>
                    <a:pt x="2262" y="476"/>
                  </a:cubicBezTo>
                  <a:cubicBezTo>
                    <a:pt x="2247" y="109"/>
                    <a:pt x="1878" y="1"/>
                    <a:pt x="147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861;p47">
              <a:extLst>
                <a:ext uri="{FF2B5EF4-FFF2-40B4-BE49-F238E27FC236}">
                  <a16:creationId xmlns:a16="http://schemas.microsoft.com/office/drawing/2014/main" id="{4580D08F-5B8C-00F2-31A1-CE8219DD16B8}"/>
                </a:ext>
              </a:extLst>
            </p:cNvPr>
            <p:cNvSpPr/>
            <p:nvPr/>
          </p:nvSpPr>
          <p:spPr>
            <a:xfrm>
              <a:off x="1510975" y="1124500"/>
              <a:ext cx="56575" cy="27225"/>
            </a:xfrm>
            <a:custGeom>
              <a:avLst/>
              <a:gdLst/>
              <a:ahLst/>
              <a:cxnLst/>
              <a:rect l="l" t="t" r="r" b="b"/>
              <a:pathLst>
                <a:path w="2263" h="1089" extrusionOk="0">
                  <a:moveTo>
                    <a:pt x="670" y="0"/>
                  </a:moveTo>
                  <a:cubicBezTo>
                    <a:pt x="338" y="0"/>
                    <a:pt x="57" y="100"/>
                    <a:pt x="10" y="407"/>
                  </a:cubicBezTo>
                  <a:cubicBezTo>
                    <a:pt x="0" y="593"/>
                    <a:pt x="89" y="770"/>
                    <a:pt x="246" y="869"/>
                  </a:cubicBezTo>
                  <a:cubicBezTo>
                    <a:pt x="403" y="957"/>
                    <a:pt x="570" y="1016"/>
                    <a:pt x="747" y="1026"/>
                  </a:cubicBezTo>
                  <a:cubicBezTo>
                    <a:pt x="959" y="1068"/>
                    <a:pt x="1174" y="1088"/>
                    <a:pt x="1389" y="1088"/>
                  </a:cubicBezTo>
                  <a:cubicBezTo>
                    <a:pt x="1523" y="1088"/>
                    <a:pt x="1657" y="1081"/>
                    <a:pt x="1790" y="1065"/>
                  </a:cubicBezTo>
                  <a:cubicBezTo>
                    <a:pt x="1878" y="1056"/>
                    <a:pt x="1977" y="1026"/>
                    <a:pt x="2055" y="977"/>
                  </a:cubicBezTo>
                  <a:cubicBezTo>
                    <a:pt x="2233" y="879"/>
                    <a:pt x="2262" y="643"/>
                    <a:pt x="2134" y="495"/>
                  </a:cubicBezTo>
                  <a:cubicBezTo>
                    <a:pt x="2114" y="456"/>
                    <a:pt x="2075" y="426"/>
                    <a:pt x="2046" y="397"/>
                  </a:cubicBezTo>
                  <a:cubicBezTo>
                    <a:pt x="1977" y="347"/>
                    <a:pt x="1898" y="298"/>
                    <a:pt x="1819" y="269"/>
                  </a:cubicBezTo>
                  <a:cubicBezTo>
                    <a:pt x="1604" y="164"/>
                    <a:pt x="1094" y="0"/>
                    <a:pt x="6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862;p47">
              <a:extLst>
                <a:ext uri="{FF2B5EF4-FFF2-40B4-BE49-F238E27FC236}">
                  <a16:creationId xmlns:a16="http://schemas.microsoft.com/office/drawing/2014/main" id="{D10D7FA7-0BB3-C43F-EA6F-968D37379FDB}"/>
                </a:ext>
              </a:extLst>
            </p:cNvPr>
            <p:cNvSpPr/>
            <p:nvPr/>
          </p:nvSpPr>
          <p:spPr>
            <a:xfrm>
              <a:off x="1509000" y="1190625"/>
              <a:ext cx="40450" cy="34400"/>
            </a:xfrm>
            <a:custGeom>
              <a:avLst/>
              <a:gdLst/>
              <a:ahLst/>
              <a:cxnLst/>
              <a:rect l="l" t="t" r="r" b="b"/>
              <a:pathLst>
                <a:path w="1618" h="1376" extrusionOk="0">
                  <a:moveTo>
                    <a:pt x="721" y="0"/>
                  </a:moveTo>
                  <a:cubicBezTo>
                    <a:pt x="697" y="0"/>
                    <a:pt x="673" y="1"/>
                    <a:pt x="649" y="4"/>
                  </a:cubicBezTo>
                  <a:cubicBezTo>
                    <a:pt x="276" y="33"/>
                    <a:pt x="0" y="368"/>
                    <a:pt x="30" y="751"/>
                  </a:cubicBezTo>
                  <a:cubicBezTo>
                    <a:pt x="67" y="1139"/>
                    <a:pt x="391" y="1375"/>
                    <a:pt x="720" y="1375"/>
                  </a:cubicBezTo>
                  <a:cubicBezTo>
                    <a:pt x="909" y="1375"/>
                    <a:pt x="1100" y="1297"/>
                    <a:pt x="1240" y="1125"/>
                  </a:cubicBezTo>
                  <a:cubicBezTo>
                    <a:pt x="1617" y="672"/>
                    <a:pt x="1287" y="0"/>
                    <a:pt x="721" y="0"/>
                  </a:cubicBezTo>
                  <a:close/>
                </a:path>
              </a:pathLst>
            </a:custGeom>
            <a:solidFill>
              <a:srgbClr val="1F15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2863;p47">
              <a:extLst>
                <a:ext uri="{FF2B5EF4-FFF2-40B4-BE49-F238E27FC236}">
                  <a16:creationId xmlns:a16="http://schemas.microsoft.com/office/drawing/2014/main" id="{F93EB8ED-A8CA-3432-25FF-238314202FE1}"/>
                </a:ext>
              </a:extLst>
            </p:cNvPr>
            <p:cNvSpPr/>
            <p:nvPr/>
          </p:nvSpPr>
          <p:spPr>
            <a:xfrm>
              <a:off x="1374500" y="1181050"/>
              <a:ext cx="40775" cy="34550"/>
            </a:xfrm>
            <a:custGeom>
              <a:avLst/>
              <a:gdLst/>
              <a:ahLst/>
              <a:cxnLst/>
              <a:rect l="l" t="t" r="r" b="b"/>
              <a:pathLst>
                <a:path w="1631" h="1382" extrusionOk="0">
                  <a:moveTo>
                    <a:pt x="720" y="1"/>
                  </a:moveTo>
                  <a:cubicBezTo>
                    <a:pt x="700" y="1"/>
                    <a:pt x="680" y="2"/>
                    <a:pt x="660" y="3"/>
                  </a:cubicBezTo>
                  <a:cubicBezTo>
                    <a:pt x="276" y="43"/>
                    <a:pt x="1" y="377"/>
                    <a:pt x="30" y="751"/>
                  </a:cubicBezTo>
                  <a:cubicBezTo>
                    <a:pt x="68" y="1140"/>
                    <a:pt x="395" y="1381"/>
                    <a:pt x="729" y="1381"/>
                  </a:cubicBezTo>
                  <a:cubicBezTo>
                    <a:pt x="917" y="1381"/>
                    <a:pt x="1108" y="1305"/>
                    <a:pt x="1250" y="1134"/>
                  </a:cubicBezTo>
                  <a:cubicBezTo>
                    <a:pt x="1630" y="678"/>
                    <a:pt x="1293" y="1"/>
                    <a:pt x="720" y="1"/>
                  </a:cubicBezTo>
                  <a:close/>
                </a:path>
              </a:pathLst>
            </a:custGeom>
            <a:solidFill>
              <a:srgbClr val="1F15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2864;p47">
              <a:extLst>
                <a:ext uri="{FF2B5EF4-FFF2-40B4-BE49-F238E27FC236}">
                  <a16:creationId xmlns:a16="http://schemas.microsoft.com/office/drawing/2014/main" id="{AE158032-84CD-3436-6CA7-166F8A4D1882}"/>
                </a:ext>
              </a:extLst>
            </p:cNvPr>
            <p:cNvSpPr/>
            <p:nvPr/>
          </p:nvSpPr>
          <p:spPr>
            <a:xfrm>
              <a:off x="1423675" y="1195375"/>
              <a:ext cx="25850" cy="65175"/>
            </a:xfrm>
            <a:custGeom>
              <a:avLst/>
              <a:gdLst/>
              <a:ahLst/>
              <a:cxnLst/>
              <a:rect l="l" t="t" r="r" b="b"/>
              <a:pathLst>
                <a:path w="1034" h="2607" extrusionOk="0">
                  <a:moveTo>
                    <a:pt x="849" y="1"/>
                  </a:moveTo>
                  <a:cubicBezTo>
                    <a:pt x="780" y="1"/>
                    <a:pt x="712" y="51"/>
                    <a:pt x="728" y="138"/>
                  </a:cubicBezTo>
                  <a:cubicBezTo>
                    <a:pt x="787" y="620"/>
                    <a:pt x="719" y="915"/>
                    <a:pt x="473" y="1122"/>
                  </a:cubicBezTo>
                  <a:lnTo>
                    <a:pt x="60" y="1476"/>
                  </a:lnTo>
                  <a:cubicBezTo>
                    <a:pt x="10" y="1515"/>
                    <a:pt x="1" y="1574"/>
                    <a:pt x="30" y="1623"/>
                  </a:cubicBezTo>
                  <a:lnTo>
                    <a:pt x="483" y="2538"/>
                  </a:lnTo>
                  <a:cubicBezTo>
                    <a:pt x="502" y="2577"/>
                    <a:pt x="542" y="2607"/>
                    <a:pt x="591" y="2607"/>
                  </a:cubicBezTo>
                  <a:cubicBezTo>
                    <a:pt x="610" y="2607"/>
                    <a:pt x="630" y="2597"/>
                    <a:pt x="640" y="2587"/>
                  </a:cubicBezTo>
                  <a:cubicBezTo>
                    <a:pt x="709" y="2558"/>
                    <a:pt x="728" y="2489"/>
                    <a:pt x="699" y="2420"/>
                  </a:cubicBezTo>
                  <a:lnTo>
                    <a:pt x="296" y="1604"/>
                  </a:lnTo>
                  <a:lnTo>
                    <a:pt x="630" y="1319"/>
                  </a:lnTo>
                  <a:cubicBezTo>
                    <a:pt x="1033" y="964"/>
                    <a:pt x="1014" y="463"/>
                    <a:pt x="974" y="109"/>
                  </a:cubicBezTo>
                  <a:cubicBezTo>
                    <a:pt x="961" y="34"/>
                    <a:pt x="905" y="1"/>
                    <a:pt x="8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2865;p47">
              <a:extLst>
                <a:ext uri="{FF2B5EF4-FFF2-40B4-BE49-F238E27FC236}">
                  <a16:creationId xmlns:a16="http://schemas.microsoft.com/office/drawing/2014/main" id="{B7C38E57-572E-5DE4-2A62-8520D296BC17}"/>
                </a:ext>
              </a:extLst>
            </p:cNvPr>
            <p:cNvSpPr/>
            <p:nvPr/>
          </p:nvSpPr>
          <p:spPr>
            <a:xfrm>
              <a:off x="1422700" y="1263100"/>
              <a:ext cx="54525" cy="28925"/>
            </a:xfrm>
            <a:custGeom>
              <a:avLst/>
              <a:gdLst/>
              <a:ahLst/>
              <a:cxnLst/>
              <a:rect l="l" t="t" r="r" b="b"/>
              <a:pathLst>
                <a:path w="2181" h="1157" extrusionOk="0">
                  <a:moveTo>
                    <a:pt x="2036" y="1"/>
                  </a:moveTo>
                  <a:cubicBezTo>
                    <a:pt x="1983" y="1"/>
                    <a:pt x="1931" y="33"/>
                    <a:pt x="1918" y="104"/>
                  </a:cubicBezTo>
                  <a:cubicBezTo>
                    <a:pt x="1918" y="134"/>
                    <a:pt x="1771" y="813"/>
                    <a:pt x="1200" y="891"/>
                  </a:cubicBezTo>
                  <a:cubicBezTo>
                    <a:pt x="1169" y="896"/>
                    <a:pt x="1138" y="898"/>
                    <a:pt x="1108" y="898"/>
                  </a:cubicBezTo>
                  <a:cubicBezTo>
                    <a:pt x="590" y="898"/>
                    <a:pt x="256" y="222"/>
                    <a:pt x="256" y="213"/>
                  </a:cubicBezTo>
                  <a:cubicBezTo>
                    <a:pt x="234" y="169"/>
                    <a:pt x="192" y="142"/>
                    <a:pt x="143" y="142"/>
                  </a:cubicBezTo>
                  <a:cubicBezTo>
                    <a:pt x="126" y="142"/>
                    <a:pt x="107" y="146"/>
                    <a:pt x="89" y="154"/>
                  </a:cubicBezTo>
                  <a:cubicBezTo>
                    <a:pt x="30" y="183"/>
                    <a:pt x="0" y="262"/>
                    <a:pt x="30" y="321"/>
                  </a:cubicBezTo>
                  <a:cubicBezTo>
                    <a:pt x="49" y="360"/>
                    <a:pt x="423" y="1157"/>
                    <a:pt x="1102" y="1157"/>
                  </a:cubicBezTo>
                  <a:cubicBezTo>
                    <a:pt x="1141" y="1147"/>
                    <a:pt x="1190" y="1147"/>
                    <a:pt x="1230" y="1147"/>
                  </a:cubicBezTo>
                  <a:cubicBezTo>
                    <a:pt x="1987" y="1029"/>
                    <a:pt x="2154" y="193"/>
                    <a:pt x="2164" y="154"/>
                  </a:cubicBezTo>
                  <a:cubicBezTo>
                    <a:pt x="2181" y="58"/>
                    <a:pt x="2108" y="1"/>
                    <a:pt x="20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2866;p47">
              <a:extLst>
                <a:ext uri="{FF2B5EF4-FFF2-40B4-BE49-F238E27FC236}">
                  <a16:creationId xmlns:a16="http://schemas.microsoft.com/office/drawing/2014/main" id="{E5A60E9C-2C14-B6E9-7AEC-B741D7578FC9}"/>
                </a:ext>
              </a:extLst>
            </p:cNvPr>
            <p:cNvSpPr/>
            <p:nvPr/>
          </p:nvSpPr>
          <p:spPr>
            <a:xfrm>
              <a:off x="1324600" y="1147425"/>
              <a:ext cx="315725" cy="106800"/>
            </a:xfrm>
            <a:custGeom>
              <a:avLst/>
              <a:gdLst/>
              <a:ahLst/>
              <a:cxnLst/>
              <a:rect l="l" t="t" r="r" b="b"/>
              <a:pathLst>
                <a:path w="12629" h="4272" extrusionOk="0">
                  <a:moveTo>
                    <a:pt x="49" y="1"/>
                  </a:moveTo>
                  <a:lnTo>
                    <a:pt x="0" y="965"/>
                  </a:lnTo>
                  <a:lnTo>
                    <a:pt x="285" y="1014"/>
                  </a:lnTo>
                  <a:lnTo>
                    <a:pt x="354" y="2814"/>
                  </a:lnTo>
                  <a:cubicBezTo>
                    <a:pt x="364" y="3187"/>
                    <a:pt x="659" y="3492"/>
                    <a:pt x="1033" y="3512"/>
                  </a:cubicBezTo>
                  <a:lnTo>
                    <a:pt x="3403" y="3669"/>
                  </a:lnTo>
                  <a:cubicBezTo>
                    <a:pt x="3419" y="3670"/>
                    <a:pt x="3434" y="3671"/>
                    <a:pt x="3450" y="3671"/>
                  </a:cubicBezTo>
                  <a:cubicBezTo>
                    <a:pt x="3756" y="3671"/>
                    <a:pt x="4028" y="3487"/>
                    <a:pt x="4141" y="3197"/>
                  </a:cubicBezTo>
                  <a:lnTo>
                    <a:pt x="4652" y="1850"/>
                  </a:lnTo>
                  <a:lnTo>
                    <a:pt x="5262" y="1850"/>
                  </a:lnTo>
                  <a:cubicBezTo>
                    <a:pt x="5350" y="1850"/>
                    <a:pt x="5429" y="1889"/>
                    <a:pt x="5478" y="1968"/>
                  </a:cubicBezTo>
                  <a:lnTo>
                    <a:pt x="6117" y="3463"/>
                  </a:lnTo>
                  <a:cubicBezTo>
                    <a:pt x="6226" y="3709"/>
                    <a:pt x="6452" y="3876"/>
                    <a:pt x="6717" y="3905"/>
                  </a:cubicBezTo>
                  <a:lnTo>
                    <a:pt x="10278" y="4269"/>
                  </a:lnTo>
                  <a:cubicBezTo>
                    <a:pt x="10298" y="4271"/>
                    <a:pt x="10319" y="4272"/>
                    <a:pt x="10340" y="4272"/>
                  </a:cubicBezTo>
                  <a:cubicBezTo>
                    <a:pt x="10670" y="4272"/>
                    <a:pt x="10972" y="4052"/>
                    <a:pt x="11064" y="3728"/>
                  </a:cubicBezTo>
                  <a:lnTo>
                    <a:pt x="11458" y="2243"/>
                  </a:lnTo>
                  <a:lnTo>
                    <a:pt x="12569" y="2135"/>
                  </a:lnTo>
                  <a:lnTo>
                    <a:pt x="12628" y="581"/>
                  </a:lnTo>
                  <a:lnTo>
                    <a:pt x="5842" y="266"/>
                  </a:lnTo>
                  <a:lnTo>
                    <a:pt x="5203" y="237"/>
                  </a:lnTo>
                  <a:lnTo>
                    <a:pt x="4613" y="207"/>
                  </a:lnTo>
                  <a:lnTo>
                    <a:pt x="49" y="1"/>
                  </a:lnTo>
                  <a:close/>
                </a:path>
              </a:pathLst>
            </a:custGeom>
            <a:solidFill>
              <a:srgbClr val="1F15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2867;p47">
              <a:extLst>
                <a:ext uri="{FF2B5EF4-FFF2-40B4-BE49-F238E27FC236}">
                  <a16:creationId xmlns:a16="http://schemas.microsoft.com/office/drawing/2014/main" id="{102BF59D-13E4-0CEA-2998-99B812CFBCF2}"/>
                </a:ext>
              </a:extLst>
            </p:cNvPr>
            <p:cNvSpPr/>
            <p:nvPr/>
          </p:nvSpPr>
          <p:spPr>
            <a:xfrm>
              <a:off x="1486125" y="1173000"/>
              <a:ext cx="106975" cy="63025"/>
            </a:xfrm>
            <a:custGeom>
              <a:avLst/>
              <a:gdLst/>
              <a:ahLst/>
              <a:cxnLst/>
              <a:rect l="l" t="t" r="r" b="b"/>
              <a:pathLst>
                <a:path w="4279" h="2521" extrusionOk="0">
                  <a:moveTo>
                    <a:pt x="1" y="1"/>
                  </a:moveTo>
                  <a:lnTo>
                    <a:pt x="50" y="1623"/>
                  </a:lnTo>
                  <a:cubicBezTo>
                    <a:pt x="60" y="1997"/>
                    <a:pt x="355" y="2302"/>
                    <a:pt x="728" y="2341"/>
                  </a:cubicBezTo>
                  <a:lnTo>
                    <a:pt x="3266" y="2518"/>
                  </a:lnTo>
                  <a:cubicBezTo>
                    <a:pt x="3285" y="2520"/>
                    <a:pt x="3303" y="2521"/>
                    <a:pt x="3322" y="2521"/>
                  </a:cubicBezTo>
                  <a:cubicBezTo>
                    <a:pt x="3682" y="2521"/>
                    <a:pt x="3987" y="2254"/>
                    <a:pt x="4043" y="1889"/>
                  </a:cubicBezTo>
                  <a:lnTo>
                    <a:pt x="4279" y="168"/>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2868;p47">
              <a:extLst>
                <a:ext uri="{FF2B5EF4-FFF2-40B4-BE49-F238E27FC236}">
                  <a16:creationId xmlns:a16="http://schemas.microsoft.com/office/drawing/2014/main" id="{4B956370-A239-5042-A602-1DF525F8472E}"/>
                </a:ext>
              </a:extLst>
            </p:cNvPr>
            <p:cNvSpPr/>
            <p:nvPr/>
          </p:nvSpPr>
          <p:spPr>
            <a:xfrm>
              <a:off x="1339825" y="1168325"/>
              <a:ext cx="87075" cy="59350"/>
            </a:xfrm>
            <a:custGeom>
              <a:avLst/>
              <a:gdLst/>
              <a:ahLst/>
              <a:cxnLst/>
              <a:rect l="l" t="t" r="r" b="b"/>
              <a:pathLst>
                <a:path w="3483" h="2374" extrusionOk="0">
                  <a:moveTo>
                    <a:pt x="1" y="1"/>
                  </a:moveTo>
                  <a:lnTo>
                    <a:pt x="40" y="1506"/>
                  </a:lnTo>
                  <a:cubicBezTo>
                    <a:pt x="50" y="1879"/>
                    <a:pt x="335" y="2184"/>
                    <a:pt x="709" y="2214"/>
                  </a:cubicBezTo>
                  <a:lnTo>
                    <a:pt x="2509" y="2371"/>
                  </a:lnTo>
                  <a:cubicBezTo>
                    <a:pt x="2528" y="2372"/>
                    <a:pt x="2546" y="2373"/>
                    <a:pt x="2565" y="2373"/>
                  </a:cubicBezTo>
                  <a:cubicBezTo>
                    <a:pt x="2934" y="2373"/>
                    <a:pt x="3249" y="2097"/>
                    <a:pt x="3305" y="1722"/>
                  </a:cubicBezTo>
                  <a:lnTo>
                    <a:pt x="3483" y="16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2869;p47">
              <a:extLst>
                <a:ext uri="{FF2B5EF4-FFF2-40B4-BE49-F238E27FC236}">
                  <a16:creationId xmlns:a16="http://schemas.microsoft.com/office/drawing/2014/main" id="{EB1F7461-FA1B-5F67-3518-FA53200207D9}"/>
                </a:ext>
              </a:extLst>
            </p:cNvPr>
            <p:cNvSpPr/>
            <p:nvPr/>
          </p:nvSpPr>
          <p:spPr>
            <a:xfrm>
              <a:off x="1061500" y="1438800"/>
              <a:ext cx="950325" cy="707125"/>
            </a:xfrm>
            <a:custGeom>
              <a:avLst/>
              <a:gdLst/>
              <a:ahLst/>
              <a:cxnLst/>
              <a:rect l="l" t="t" r="r" b="b"/>
              <a:pathLst>
                <a:path w="38013" h="28285" extrusionOk="0">
                  <a:moveTo>
                    <a:pt x="24637" y="0"/>
                  </a:moveTo>
                  <a:lnTo>
                    <a:pt x="23595" y="30"/>
                  </a:lnTo>
                  <a:lnTo>
                    <a:pt x="17035" y="187"/>
                  </a:lnTo>
                  <a:lnTo>
                    <a:pt x="16622" y="197"/>
                  </a:lnTo>
                  <a:lnTo>
                    <a:pt x="14999" y="236"/>
                  </a:lnTo>
                  <a:lnTo>
                    <a:pt x="14979" y="315"/>
                  </a:lnTo>
                  <a:lnTo>
                    <a:pt x="14783" y="1072"/>
                  </a:lnTo>
                  <a:lnTo>
                    <a:pt x="14783" y="1082"/>
                  </a:lnTo>
                  <a:lnTo>
                    <a:pt x="14635" y="1701"/>
                  </a:lnTo>
                  <a:cubicBezTo>
                    <a:pt x="14242" y="1711"/>
                    <a:pt x="13809" y="1731"/>
                    <a:pt x="13366" y="1770"/>
                  </a:cubicBezTo>
                  <a:cubicBezTo>
                    <a:pt x="12304" y="1859"/>
                    <a:pt x="11252" y="2056"/>
                    <a:pt x="10239" y="2351"/>
                  </a:cubicBezTo>
                  <a:cubicBezTo>
                    <a:pt x="9983" y="2429"/>
                    <a:pt x="9728" y="2508"/>
                    <a:pt x="9462" y="2606"/>
                  </a:cubicBezTo>
                  <a:cubicBezTo>
                    <a:pt x="8842" y="2832"/>
                    <a:pt x="8233" y="3118"/>
                    <a:pt x="7662" y="3442"/>
                  </a:cubicBezTo>
                  <a:cubicBezTo>
                    <a:pt x="5981" y="4406"/>
                    <a:pt x="4436" y="5881"/>
                    <a:pt x="3384" y="8133"/>
                  </a:cubicBezTo>
                  <a:cubicBezTo>
                    <a:pt x="1447" y="12244"/>
                    <a:pt x="404" y="23122"/>
                    <a:pt x="1" y="28285"/>
                  </a:cubicBezTo>
                  <a:lnTo>
                    <a:pt x="37157" y="28285"/>
                  </a:lnTo>
                  <a:lnTo>
                    <a:pt x="37177" y="28039"/>
                  </a:lnTo>
                  <a:cubicBezTo>
                    <a:pt x="37580" y="23446"/>
                    <a:pt x="38012" y="15647"/>
                    <a:pt x="36842" y="10749"/>
                  </a:cubicBezTo>
                  <a:cubicBezTo>
                    <a:pt x="35947" y="7002"/>
                    <a:pt x="32810" y="4740"/>
                    <a:pt x="29968" y="3442"/>
                  </a:cubicBezTo>
                  <a:lnTo>
                    <a:pt x="29958" y="3442"/>
                  </a:lnTo>
                  <a:cubicBezTo>
                    <a:pt x="29732" y="3334"/>
                    <a:pt x="29505" y="3236"/>
                    <a:pt x="29279" y="3147"/>
                  </a:cubicBezTo>
                  <a:cubicBezTo>
                    <a:pt x="27853" y="2547"/>
                    <a:pt x="26368" y="2105"/>
                    <a:pt x="24844" y="1829"/>
                  </a:cubicBezTo>
                  <a:lnTo>
                    <a:pt x="246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2870;p47">
              <a:extLst>
                <a:ext uri="{FF2B5EF4-FFF2-40B4-BE49-F238E27FC236}">
                  <a16:creationId xmlns:a16="http://schemas.microsoft.com/office/drawing/2014/main" id="{806D6F38-0D22-D1A3-0291-1D4EA1F9D144}"/>
                </a:ext>
              </a:extLst>
            </p:cNvPr>
            <p:cNvSpPr/>
            <p:nvPr/>
          </p:nvSpPr>
          <p:spPr>
            <a:xfrm>
              <a:off x="1230675" y="1759300"/>
              <a:ext cx="58050" cy="386625"/>
            </a:xfrm>
            <a:custGeom>
              <a:avLst/>
              <a:gdLst/>
              <a:ahLst/>
              <a:cxnLst/>
              <a:rect l="l" t="t" r="r" b="b"/>
              <a:pathLst>
                <a:path w="2322" h="15465" extrusionOk="0">
                  <a:moveTo>
                    <a:pt x="2218" y="0"/>
                  </a:moveTo>
                  <a:cubicBezTo>
                    <a:pt x="2187" y="0"/>
                    <a:pt x="2154" y="18"/>
                    <a:pt x="2134" y="44"/>
                  </a:cubicBezTo>
                  <a:cubicBezTo>
                    <a:pt x="1810" y="624"/>
                    <a:pt x="1515" y="1214"/>
                    <a:pt x="1249" y="1824"/>
                  </a:cubicBezTo>
                  <a:cubicBezTo>
                    <a:pt x="669" y="3142"/>
                    <a:pt x="10" y="5001"/>
                    <a:pt x="10" y="6633"/>
                  </a:cubicBezTo>
                  <a:cubicBezTo>
                    <a:pt x="0" y="7843"/>
                    <a:pt x="620" y="8974"/>
                    <a:pt x="1662" y="9613"/>
                  </a:cubicBezTo>
                  <a:cubicBezTo>
                    <a:pt x="1761" y="9662"/>
                    <a:pt x="1830" y="9711"/>
                    <a:pt x="1879" y="9731"/>
                  </a:cubicBezTo>
                  <a:lnTo>
                    <a:pt x="1839" y="15465"/>
                  </a:lnTo>
                  <a:lnTo>
                    <a:pt x="2026" y="15465"/>
                  </a:lnTo>
                  <a:lnTo>
                    <a:pt x="2066" y="9672"/>
                  </a:lnTo>
                  <a:cubicBezTo>
                    <a:pt x="2066" y="9643"/>
                    <a:pt x="2046" y="9603"/>
                    <a:pt x="2007" y="9593"/>
                  </a:cubicBezTo>
                  <a:cubicBezTo>
                    <a:pt x="1908" y="9544"/>
                    <a:pt x="1800" y="9485"/>
                    <a:pt x="1702" y="9416"/>
                  </a:cubicBezTo>
                  <a:cubicBezTo>
                    <a:pt x="758" y="8807"/>
                    <a:pt x="187" y="7754"/>
                    <a:pt x="197" y="6623"/>
                  </a:cubicBezTo>
                  <a:cubicBezTo>
                    <a:pt x="197" y="5020"/>
                    <a:pt x="846" y="3181"/>
                    <a:pt x="1426" y="1873"/>
                  </a:cubicBezTo>
                  <a:cubicBezTo>
                    <a:pt x="1879" y="850"/>
                    <a:pt x="2292" y="152"/>
                    <a:pt x="2292" y="132"/>
                  </a:cubicBezTo>
                  <a:cubicBezTo>
                    <a:pt x="2321" y="93"/>
                    <a:pt x="2302" y="34"/>
                    <a:pt x="2262" y="14"/>
                  </a:cubicBezTo>
                  <a:cubicBezTo>
                    <a:pt x="2249" y="5"/>
                    <a:pt x="2234" y="0"/>
                    <a:pt x="22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2871;p47">
              <a:extLst>
                <a:ext uri="{FF2B5EF4-FFF2-40B4-BE49-F238E27FC236}">
                  <a16:creationId xmlns:a16="http://schemas.microsoft.com/office/drawing/2014/main" id="{93F9B143-CEA7-6033-66A3-4054895EB00B}"/>
                </a:ext>
              </a:extLst>
            </p:cNvPr>
            <p:cNvSpPr/>
            <p:nvPr/>
          </p:nvSpPr>
          <p:spPr>
            <a:xfrm>
              <a:off x="1206325" y="1419250"/>
              <a:ext cx="319425" cy="407075"/>
            </a:xfrm>
            <a:custGeom>
              <a:avLst/>
              <a:gdLst/>
              <a:ahLst/>
              <a:cxnLst/>
              <a:rect l="l" t="t" r="r" b="b"/>
              <a:pathLst>
                <a:path w="12777" h="16283" extrusionOk="0">
                  <a:moveTo>
                    <a:pt x="6730" y="0"/>
                  </a:moveTo>
                  <a:cubicBezTo>
                    <a:pt x="5582" y="0"/>
                    <a:pt x="4751" y="172"/>
                    <a:pt x="4751" y="172"/>
                  </a:cubicBezTo>
                  <a:lnTo>
                    <a:pt x="129" y="13980"/>
                  </a:lnTo>
                  <a:cubicBezTo>
                    <a:pt x="1" y="14364"/>
                    <a:pt x="207" y="14787"/>
                    <a:pt x="601" y="14905"/>
                  </a:cubicBezTo>
                  <a:lnTo>
                    <a:pt x="4859" y="16252"/>
                  </a:lnTo>
                  <a:cubicBezTo>
                    <a:pt x="4929" y="16273"/>
                    <a:pt x="5000" y="16282"/>
                    <a:pt x="5070" y="16282"/>
                  </a:cubicBezTo>
                  <a:cubicBezTo>
                    <a:pt x="5337" y="16282"/>
                    <a:pt x="5592" y="16141"/>
                    <a:pt x="5725" y="15908"/>
                  </a:cubicBezTo>
                  <a:lnTo>
                    <a:pt x="12776" y="3103"/>
                  </a:lnTo>
                  <a:cubicBezTo>
                    <a:pt x="11493" y="488"/>
                    <a:pt x="8662" y="0"/>
                    <a:pt x="67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2872;p47">
              <a:extLst>
                <a:ext uri="{FF2B5EF4-FFF2-40B4-BE49-F238E27FC236}">
                  <a16:creationId xmlns:a16="http://schemas.microsoft.com/office/drawing/2014/main" id="{C416B6ED-A4A6-4144-1D2B-4D7BDEA573E0}"/>
                </a:ext>
              </a:extLst>
            </p:cNvPr>
            <p:cNvSpPr/>
            <p:nvPr/>
          </p:nvSpPr>
          <p:spPr>
            <a:xfrm>
              <a:off x="1412125" y="1299700"/>
              <a:ext cx="92175" cy="138875"/>
            </a:xfrm>
            <a:custGeom>
              <a:avLst/>
              <a:gdLst/>
              <a:ahLst/>
              <a:cxnLst/>
              <a:rect l="l" t="t" r="r" b="b"/>
              <a:pathLst>
                <a:path w="3687" h="5555" extrusionOk="0">
                  <a:moveTo>
                    <a:pt x="1850" y="1"/>
                  </a:moveTo>
                  <a:cubicBezTo>
                    <a:pt x="1828" y="1"/>
                    <a:pt x="1808" y="6"/>
                    <a:pt x="1790" y="17"/>
                  </a:cubicBezTo>
                  <a:cubicBezTo>
                    <a:pt x="1751" y="37"/>
                    <a:pt x="1722" y="66"/>
                    <a:pt x="1712" y="106"/>
                  </a:cubicBezTo>
                  <a:lnTo>
                    <a:pt x="30" y="5367"/>
                  </a:lnTo>
                  <a:cubicBezTo>
                    <a:pt x="0" y="5446"/>
                    <a:pt x="40" y="5525"/>
                    <a:pt x="118" y="5544"/>
                  </a:cubicBezTo>
                  <a:cubicBezTo>
                    <a:pt x="128" y="5554"/>
                    <a:pt x="148" y="5554"/>
                    <a:pt x="168" y="5554"/>
                  </a:cubicBezTo>
                  <a:cubicBezTo>
                    <a:pt x="227" y="5554"/>
                    <a:pt x="276" y="5515"/>
                    <a:pt x="295" y="5456"/>
                  </a:cubicBezTo>
                  <a:lnTo>
                    <a:pt x="1938" y="332"/>
                  </a:lnTo>
                  <a:lnTo>
                    <a:pt x="3443" y="824"/>
                  </a:lnTo>
                  <a:cubicBezTo>
                    <a:pt x="3456" y="827"/>
                    <a:pt x="3468" y="828"/>
                    <a:pt x="3480" y="828"/>
                  </a:cubicBezTo>
                  <a:cubicBezTo>
                    <a:pt x="3630" y="828"/>
                    <a:pt x="3686" y="612"/>
                    <a:pt x="3531" y="548"/>
                  </a:cubicBezTo>
                  <a:lnTo>
                    <a:pt x="1899" y="7"/>
                  </a:lnTo>
                  <a:cubicBezTo>
                    <a:pt x="1882" y="3"/>
                    <a:pt x="1866" y="1"/>
                    <a:pt x="18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2873;p47">
              <a:extLst>
                <a:ext uri="{FF2B5EF4-FFF2-40B4-BE49-F238E27FC236}">
                  <a16:creationId xmlns:a16="http://schemas.microsoft.com/office/drawing/2014/main" id="{D8C05DB3-04DA-1DD0-2950-5C17DA3A24A9}"/>
                </a:ext>
              </a:extLst>
            </p:cNvPr>
            <p:cNvSpPr/>
            <p:nvPr/>
          </p:nvSpPr>
          <p:spPr>
            <a:xfrm>
              <a:off x="1310100" y="1408700"/>
              <a:ext cx="230150" cy="90075"/>
            </a:xfrm>
            <a:custGeom>
              <a:avLst/>
              <a:gdLst/>
              <a:ahLst/>
              <a:cxnLst/>
              <a:rect l="l" t="t" r="r" b="b"/>
              <a:pathLst>
                <a:path w="9206" h="3603" extrusionOk="0">
                  <a:moveTo>
                    <a:pt x="1421" y="0"/>
                  </a:moveTo>
                  <a:cubicBezTo>
                    <a:pt x="1075" y="0"/>
                    <a:pt x="729" y="15"/>
                    <a:pt x="384" y="44"/>
                  </a:cubicBezTo>
                  <a:cubicBezTo>
                    <a:pt x="177" y="63"/>
                    <a:pt x="20" y="221"/>
                    <a:pt x="10" y="417"/>
                  </a:cubicBezTo>
                  <a:lnTo>
                    <a:pt x="10" y="466"/>
                  </a:lnTo>
                  <a:cubicBezTo>
                    <a:pt x="1" y="697"/>
                    <a:pt x="181" y="892"/>
                    <a:pt x="406" y="892"/>
                  </a:cubicBezTo>
                  <a:cubicBezTo>
                    <a:pt x="421" y="892"/>
                    <a:pt x="437" y="891"/>
                    <a:pt x="452" y="889"/>
                  </a:cubicBezTo>
                  <a:cubicBezTo>
                    <a:pt x="647" y="871"/>
                    <a:pt x="898" y="857"/>
                    <a:pt x="1200" y="857"/>
                  </a:cubicBezTo>
                  <a:cubicBezTo>
                    <a:pt x="2058" y="857"/>
                    <a:pt x="3328" y="975"/>
                    <a:pt x="4878" y="1470"/>
                  </a:cubicBezTo>
                  <a:cubicBezTo>
                    <a:pt x="6796" y="2079"/>
                    <a:pt x="7956" y="2984"/>
                    <a:pt x="8497" y="3496"/>
                  </a:cubicBezTo>
                  <a:cubicBezTo>
                    <a:pt x="8574" y="3568"/>
                    <a:pt x="8672" y="3603"/>
                    <a:pt x="8770" y="3603"/>
                  </a:cubicBezTo>
                  <a:cubicBezTo>
                    <a:pt x="8911" y="3603"/>
                    <a:pt x="9051" y="3531"/>
                    <a:pt x="9127" y="3397"/>
                  </a:cubicBezTo>
                  <a:cubicBezTo>
                    <a:pt x="9205" y="3250"/>
                    <a:pt x="9186" y="3063"/>
                    <a:pt x="9068" y="2935"/>
                  </a:cubicBezTo>
                  <a:cubicBezTo>
                    <a:pt x="8605" y="2424"/>
                    <a:pt x="7268" y="1165"/>
                    <a:pt x="4908" y="486"/>
                  </a:cubicBezTo>
                  <a:cubicBezTo>
                    <a:pt x="3775" y="167"/>
                    <a:pt x="2600" y="0"/>
                    <a:pt x="14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2874;p47">
              <a:extLst>
                <a:ext uri="{FF2B5EF4-FFF2-40B4-BE49-F238E27FC236}">
                  <a16:creationId xmlns:a16="http://schemas.microsoft.com/office/drawing/2014/main" id="{C26E3A8B-DE83-1360-C5F7-27674B3B1FBB}"/>
                </a:ext>
              </a:extLst>
            </p:cNvPr>
            <p:cNvSpPr/>
            <p:nvPr/>
          </p:nvSpPr>
          <p:spPr>
            <a:xfrm>
              <a:off x="1561850" y="1922175"/>
              <a:ext cx="373500" cy="223750"/>
            </a:xfrm>
            <a:custGeom>
              <a:avLst/>
              <a:gdLst/>
              <a:ahLst/>
              <a:cxnLst/>
              <a:rect l="l" t="t" r="r" b="b"/>
              <a:pathLst>
                <a:path w="14940" h="8950" extrusionOk="0">
                  <a:moveTo>
                    <a:pt x="7574" y="0"/>
                  </a:moveTo>
                  <a:cubicBezTo>
                    <a:pt x="7554" y="0"/>
                    <a:pt x="7524" y="10"/>
                    <a:pt x="7505" y="30"/>
                  </a:cubicBezTo>
                  <a:lnTo>
                    <a:pt x="6964" y="561"/>
                  </a:lnTo>
                  <a:lnTo>
                    <a:pt x="6728" y="797"/>
                  </a:lnTo>
                  <a:lnTo>
                    <a:pt x="1004" y="5498"/>
                  </a:lnTo>
                  <a:lnTo>
                    <a:pt x="40" y="6285"/>
                  </a:lnTo>
                  <a:cubicBezTo>
                    <a:pt x="11" y="6314"/>
                    <a:pt x="1" y="6373"/>
                    <a:pt x="30" y="6403"/>
                  </a:cubicBezTo>
                  <a:lnTo>
                    <a:pt x="138" y="6560"/>
                  </a:lnTo>
                  <a:lnTo>
                    <a:pt x="1919" y="8950"/>
                  </a:lnTo>
                  <a:lnTo>
                    <a:pt x="2145" y="8950"/>
                  </a:lnTo>
                  <a:lnTo>
                    <a:pt x="335" y="6521"/>
                  </a:lnTo>
                  <a:lnTo>
                    <a:pt x="306" y="6481"/>
                  </a:lnTo>
                  <a:lnTo>
                    <a:pt x="217" y="6373"/>
                  </a:lnTo>
                  <a:lnTo>
                    <a:pt x="296" y="6304"/>
                  </a:lnTo>
                  <a:lnTo>
                    <a:pt x="1083" y="5665"/>
                  </a:lnTo>
                  <a:lnTo>
                    <a:pt x="6846" y="934"/>
                  </a:lnTo>
                  <a:lnTo>
                    <a:pt x="7082" y="698"/>
                  </a:lnTo>
                  <a:lnTo>
                    <a:pt x="7465" y="325"/>
                  </a:lnTo>
                  <a:lnTo>
                    <a:pt x="7574" y="217"/>
                  </a:lnTo>
                  <a:lnTo>
                    <a:pt x="7652" y="285"/>
                  </a:lnTo>
                  <a:lnTo>
                    <a:pt x="14773" y="6521"/>
                  </a:lnTo>
                  <a:cubicBezTo>
                    <a:pt x="14789" y="6533"/>
                    <a:pt x="14809" y="6538"/>
                    <a:pt x="14829" y="6538"/>
                  </a:cubicBezTo>
                  <a:cubicBezTo>
                    <a:pt x="14856" y="6538"/>
                    <a:pt x="14883" y="6528"/>
                    <a:pt x="14901" y="6511"/>
                  </a:cubicBezTo>
                  <a:cubicBezTo>
                    <a:pt x="14940" y="6471"/>
                    <a:pt x="14940" y="6403"/>
                    <a:pt x="14901" y="6373"/>
                  </a:cubicBezTo>
                  <a:lnTo>
                    <a:pt x="8911" y="1131"/>
                  </a:lnTo>
                  <a:lnTo>
                    <a:pt x="8734" y="974"/>
                  </a:lnTo>
                  <a:lnTo>
                    <a:pt x="7642" y="30"/>
                  </a:lnTo>
                  <a:cubicBezTo>
                    <a:pt x="7642" y="20"/>
                    <a:pt x="7633" y="20"/>
                    <a:pt x="7633" y="20"/>
                  </a:cubicBezTo>
                  <a:cubicBezTo>
                    <a:pt x="7623" y="10"/>
                    <a:pt x="7613" y="10"/>
                    <a:pt x="76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2875;p47">
              <a:extLst>
                <a:ext uri="{FF2B5EF4-FFF2-40B4-BE49-F238E27FC236}">
                  <a16:creationId xmlns:a16="http://schemas.microsoft.com/office/drawing/2014/main" id="{4553B8F6-261D-39EE-9486-D303C014363C}"/>
                </a:ext>
              </a:extLst>
            </p:cNvPr>
            <p:cNvSpPr/>
            <p:nvPr/>
          </p:nvSpPr>
          <p:spPr>
            <a:xfrm>
              <a:off x="1306650" y="1478725"/>
              <a:ext cx="441600" cy="602800"/>
            </a:xfrm>
            <a:custGeom>
              <a:avLst/>
              <a:gdLst/>
              <a:ahLst/>
              <a:cxnLst/>
              <a:rect l="l" t="t" r="r" b="b"/>
              <a:pathLst>
                <a:path w="17664" h="24112" extrusionOk="0">
                  <a:moveTo>
                    <a:pt x="6269" y="0"/>
                  </a:moveTo>
                  <a:cubicBezTo>
                    <a:pt x="6216" y="0"/>
                    <a:pt x="6163" y="18"/>
                    <a:pt x="6118" y="55"/>
                  </a:cubicBezTo>
                  <a:cubicBezTo>
                    <a:pt x="5144" y="990"/>
                    <a:pt x="6354" y="2937"/>
                    <a:pt x="6354" y="2937"/>
                  </a:cubicBezTo>
                  <a:lnTo>
                    <a:pt x="2410" y="1934"/>
                  </a:lnTo>
                  <a:cubicBezTo>
                    <a:pt x="2388" y="1927"/>
                    <a:pt x="2365" y="1924"/>
                    <a:pt x="2343" y="1924"/>
                  </a:cubicBezTo>
                  <a:cubicBezTo>
                    <a:pt x="2231" y="1924"/>
                    <a:pt x="2133" y="2005"/>
                    <a:pt x="2125" y="2121"/>
                  </a:cubicBezTo>
                  <a:cubicBezTo>
                    <a:pt x="1987" y="3940"/>
                    <a:pt x="5311" y="4520"/>
                    <a:pt x="5311" y="4520"/>
                  </a:cubicBezTo>
                  <a:lnTo>
                    <a:pt x="6727" y="6576"/>
                  </a:lnTo>
                  <a:lnTo>
                    <a:pt x="6609" y="6713"/>
                  </a:lnTo>
                  <a:cubicBezTo>
                    <a:pt x="6609" y="6713"/>
                    <a:pt x="5252" y="5337"/>
                    <a:pt x="4878" y="5101"/>
                  </a:cubicBezTo>
                  <a:cubicBezTo>
                    <a:pt x="4771" y="5032"/>
                    <a:pt x="4331" y="5008"/>
                    <a:pt x="3758" y="5008"/>
                  </a:cubicBezTo>
                  <a:cubicBezTo>
                    <a:pt x="2599" y="5008"/>
                    <a:pt x="897" y="5107"/>
                    <a:pt x="305" y="5140"/>
                  </a:cubicBezTo>
                  <a:cubicBezTo>
                    <a:pt x="177" y="5150"/>
                    <a:pt x="79" y="5258"/>
                    <a:pt x="89" y="5386"/>
                  </a:cubicBezTo>
                  <a:cubicBezTo>
                    <a:pt x="180" y="6577"/>
                    <a:pt x="1377" y="6829"/>
                    <a:pt x="2374" y="6829"/>
                  </a:cubicBezTo>
                  <a:cubicBezTo>
                    <a:pt x="3105" y="6829"/>
                    <a:pt x="3728" y="6694"/>
                    <a:pt x="3728" y="6694"/>
                  </a:cubicBezTo>
                  <a:lnTo>
                    <a:pt x="5488" y="8395"/>
                  </a:lnTo>
                  <a:lnTo>
                    <a:pt x="5282" y="9438"/>
                  </a:lnTo>
                  <a:lnTo>
                    <a:pt x="276" y="9300"/>
                  </a:lnTo>
                  <a:cubicBezTo>
                    <a:pt x="118" y="9300"/>
                    <a:pt x="0" y="9447"/>
                    <a:pt x="49" y="9595"/>
                  </a:cubicBezTo>
                  <a:cubicBezTo>
                    <a:pt x="488" y="11045"/>
                    <a:pt x="3647" y="11110"/>
                    <a:pt x="4212" y="11110"/>
                  </a:cubicBezTo>
                  <a:cubicBezTo>
                    <a:pt x="4268" y="11110"/>
                    <a:pt x="4298" y="11110"/>
                    <a:pt x="4298" y="11110"/>
                  </a:cubicBezTo>
                  <a:cubicBezTo>
                    <a:pt x="4298" y="11110"/>
                    <a:pt x="4908" y="11946"/>
                    <a:pt x="5695" y="13706"/>
                  </a:cubicBezTo>
                  <a:cubicBezTo>
                    <a:pt x="6304" y="15093"/>
                    <a:pt x="7445" y="16086"/>
                    <a:pt x="7907" y="16440"/>
                  </a:cubicBezTo>
                  <a:lnTo>
                    <a:pt x="11596" y="24032"/>
                  </a:lnTo>
                  <a:lnTo>
                    <a:pt x="11596" y="24052"/>
                  </a:lnTo>
                  <a:cubicBezTo>
                    <a:pt x="11596" y="24052"/>
                    <a:pt x="11625" y="24072"/>
                    <a:pt x="11694" y="24111"/>
                  </a:cubicBezTo>
                  <a:cubicBezTo>
                    <a:pt x="12864" y="24023"/>
                    <a:pt x="14625" y="23688"/>
                    <a:pt x="15805" y="22577"/>
                  </a:cubicBezTo>
                  <a:cubicBezTo>
                    <a:pt x="17005" y="21456"/>
                    <a:pt x="17477" y="19843"/>
                    <a:pt x="17664" y="18820"/>
                  </a:cubicBezTo>
                  <a:lnTo>
                    <a:pt x="11753" y="12673"/>
                  </a:lnTo>
                  <a:cubicBezTo>
                    <a:pt x="10573" y="11267"/>
                    <a:pt x="9186" y="5071"/>
                    <a:pt x="9009" y="4353"/>
                  </a:cubicBezTo>
                  <a:cubicBezTo>
                    <a:pt x="8861" y="3734"/>
                    <a:pt x="6983" y="881"/>
                    <a:pt x="6462" y="104"/>
                  </a:cubicBezTo>
                  <a:cubicBezTo>
                    <a:pt x="6416" y="36"/>
                    <a:pt x="6343" y="0"/>
                    <a:pt x="6269" y="0"/>
                  </a:cubicBezTo>
                  <a:close/>
                </a:path>
              </a:pathLst>
            </a:custGeom>
            <a:solidFill>
              <a:srgbClr val="B45F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2876;p47">
              <a:extLst>
                <a:ext uri="{FF2B5EF4-FFF2-40B4-BE49-F238E27FC236}">
                  <a16:creationId xmlns:a16="http://schemas.microsoft.com/office/drawing/2014/main" id="{64D87D89-98E2-45B0-9407-A9B765779473}"/>
                </a:ext>
              </a:extLst>
            </p:cNvPr>
            <p:cNvSpPr/>
            <p:nvPr/>
          </p:nvSpPr>
          <p:spPr>
            <a:xfrm>
              <a:off x="1356850" y="1522750"/>
              <a:ext cx="154375" cy="90875"/>
            </a:xfrm>
            <a:custGeom>
              <a:avLst/>
              <a:gdLst/>
              <a:ahLst/>
              <a:cxnLst/>
              <a:rect l="l" t="t" r="r" b="b"/>
              <a:pathLst>
                <a:path w="6175" h="3635" extrusionOk="0">
                  <a:moveTo>
                    <a:pt x="151" y="1"/>
                  </a:moveTo>
                  <a:cubicBezTo>
                    <a:pt x="31" y="1"/>
                    <a:pt x="1" y="186"/>
                    <a:pt x="136" y="222"/>
                  </a:cubicBezTo>
                  <a:cubicBezTo>
                    <a:pt x="1700" y="586"/>
                    <a:pt x="4257" y="1215"/>
                    <a:pt x="4444" y="1353"/>
                  </a:cubicBezTo>
                  <a:cubicBezTo>
                    <a:pt x="4582" y="1500"/>
                    <a:pt x="5585" y="3015"/>
                    <a:pt x="5958" y="3585"/>
                  </a:cubicBezTo>
                  <a:cubicBezTo>
                    <a:pt x="5978" y="3615"/>
                    <a:pt x="6008" y="3635"/>
                    <a:pt x="6047" y="3635"/>
                  </a:cubicBezTo>
                  <a:cubicBezTo>
                    <a:pt x="6067" y="3635"/>
                    <a:pt x="6086" y="3635"/>
                    <a:pt x="6106" y="3625"/>
                  </a:cubicBezTo>
                  <a:cubicBezTo>
                    <a:pt x="6155" y="3585"/>
                    <a:pt x="6175" y="3517"/>
                    <a:pt x="6145" y="3467"/>
                  </a:cubicBezTo>
                  <a:cubicBezTo>
                    <a:pt x="6086" y="3379"/>
                    <a:pt x="4788" y="1402"/>
                    <a:pt x="4611" y="1205"/>
                  </a:cubicBezTo>
                  <a:cubicBezTo>
                    <a:pt x="4434" y="999"/>
                    <a:pt x="1454" y="301"/>
                    <a:pt x="185" y="6"/>
                  </a:cubicBezTo>
                  <a:cubicBezTo>
                    <a:pt x="173" y="2"/>
                    <a:pt x="162" y="1"/>
                    <a:pt x="1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2877;p47">
              <a:extLst>
                <a:ext uri="{FF2B5EF4-FFF2-40B4-BE49-F238E27FC236}">
                  <a16:creationId xmlns:a16="http://schemas.microsoft.com/office/drawing/2014/main" id="{89440140-06AF-50F2-11D8-30E863122921}"/>
                </a:ext>
              </a:extLst>
            </p:cNvPr>
            <p:cNvSpPr/>
            <p:nvPr/>
          </p:nvSpPr>
          <p:spPr>
            <a:xfrm>
              <a:off x="1779950" y="1761325"/>
              <a:ext cx="7650" cy="191350"/>
            </a:xfrm>
            <a:custGeom>
              <a:avLst/>
              <a:gdLst/>
              <a:ahLst/>
              <a:cxnLst/>
              <a:rect l="l" t="t" r="r" b="b"/>
              <a:pathLst>
                <a:path w="306" h="7654" extrusionOk="0">
                  <a:moveTo>
                    <a:pt x="204" y="1"/>
                  </a:moveTo>
                  <a:cubicBezTo>
                    <a:pt x="159" y="1"/>
                    <a:pt x="118" y="46"/>
                    <a:pt x="118" y="91"/>
                  </a:cubicBezTo>
                  <a:lnTo>
                    <a:pt x="0" y="7565"/>
                  </a:lnTo>
                  <a:cubicBezTo>
                    <a:pt x="0" y="7614"/>
                    <a:pt x="40" y="7654"/>
                    <a:pt x="89" y="7654"/>
                  </a:cubicBezTo>
                  <a:cubicBezTo>
                    <a:pt x="138" y="7654"/>
                    <a:pt x="177" y="7614"/>
                    <a:pt x="177" y="7565"/>
                  </a:cubicBezTo>
                  <a:lnTo>
                    <a:pt x="305" y="91"/>
                  </a:lnTo>
                  <a:cubicBezTo>
                    <a:pt x="305" y="42"/>
                    <a:pt x="266" y="2"/>
                    <a:pt x="217" y="2"/>
                  </a:cubicBezTo>
                  <a:cubicBezTo>
                    <a:pt x="212" y="1"/>
                    <a:pt x="208" y="1"/>
                    <a:pt x="20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2878;p47">
              <a:extLst>
                <a:ext uri="{FF2B5EF4-FFF2-40B4-BE49-F238E27FC236}">
                  <a16:creationId xmlns:a16="http://schemas.microsoft.com/office/drawing/2014/main" id="{A6D354FC-EAAE-249F-A2B1-EECE4CAE488F}"/>
                </a:ext>
              </a:extLst>
            </p:cNvPr>
            <p:cNvSpPr/>
            <p:nvPr/>
          </p:nvSpPr>
          <p:spPr>
            <a:xfrm>
              <a:off x="1566350" y="1921925"/>
              <a:ext cx="187075" cy="162775"/>
            </a:xfrm>
            <a:custGeom>
              <a:avLst/>
              <a:gdLst/>
              <a:ahLst/>
              <a:cxnLst/>
              <a:rect l="l" t="t" r="r" b="b"/>
              <a:pathLst>
                <a:path w="7483" h="6511" extrusionOk="0">
                  <a:moveTo>
                    <a:pt x="7394" y="0"/>
                  </a:moveTo>
                  <a:cubicBezTo>
                    <a:pt x="7344" y="0"/>
                    <a:pt x="7305" y="40"/>
                    <a:pt x="7295" y="89"/>
                  </a:cubicBezTo>
                  <a:cubicBezTo>
                    <a:pt x="7285" y="423"/>
                    <a:pt x="7246" y="748"/>
                    <a:pt x="7187" y="1072"/>
                  </a:cubicBezTo>
                  <a:cubicBezTo>
                    <a:pt x="7030" y="1967"/>
                    <a:pt x="6577" y="3639"/>
                    <a:pt x="5358" y="4780"/>
                  </a:cubicBezTo>
                  <a:cubicBezTo>
                    <a:pt x="4207" y="5852"/>
                    <a:pt x="2516" y="6196"/>
                    <a:pt x="1306" y="6295"/>
                  </a:cubicBezTo>
                  <a:cubicBezTo>
                    <a:pt x="1052" y="6314"/>
                    <a:pt x="798" y="6324"/>
                    <a:pt x="544" y="6324"/>
                  </a:cubicBezTo>
                  <a:cubicBezTo>
                    <a:pt x="404" y="6324"/>
                    <a:pt x="265" y="6321"/>
                    <a:pt x="126" y="6314"/>
                  </a:cubicBezTo>
                  <a:cubicBezTo>
                    <a:pt x="123" y="6314"/>
                    <a:pt x="120" y="6314"/>
                    <a:pt x="117" y="6314"/>
                  </a:cubicBezTo>
                  <a:cubicBezTo>
                    <a:pt x="7" y="6314"/>
                    <a:pt x="1" y="6492"/>
                    <a:pt x="116" y="6501"/>
                  </a:cubicBezTo>
                  <a:cubicBezTo>
                    <a:pt x="126" y="6501"/>
                    <a:pt x="263" y="6511"/>
                    <a:pt x="490" y="6511"/>
                  </a:cubicBezTo>
                  <a:cubicBezTo>
                    <a:pt x="696" y="6511"/>
                    <a:pt x="981" y="6501"/>
                    <a:pt x="1316" y="6472"/>
                  </a:cubicBezTo>
                  <a:cubicBezTo>
                    <a:pt x="2555" y="6373"/>
                    <a:pt x="4276" y="6029"/>
                    <a:pt x="5476" y="4918"/>
                  </a:cubicBezTo>
                  <a:cubicBezTo>
                    <a:pt x="6676" y="3797"/>
                    <a:pt x="7158" y="2223"/>
                    <a:pt x="7354" y="1102"/>
                  </a:cubicBezTo>
                  <a:cubicBezTo>
                    <a:pt x="7423" y="767"/>
                    <a:pt x="7462" y="433"/>
                    <a:pt x="7482" y="99"/>
                  </a:cubicBezTo>
                  <a:cubicBezTo>
                    <a:pt x="7482" y="40"/>
                    <a:pt x="7443" y="0"/>
                    <a:pt x="73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2879;p47">
              <a:extLst>
                <a:ext uri="{FF2B5EF4-FFF2-40B4-BE49-F238E27FC236}">
                  <a16:creationId xmlns:a16="http://schemas.microsoft.com/office/drawing/2014/main" id="{ED7BDE3D-31F9-900D-82B5-1ECB433A2FEB}"/>
                </a:ext>
              </a:extLst>
            </p:cNvPr>
            <p:cNvSpPr/>
            <p:nvPr/>
          </p:nvSpPr>
          <p:spPr>
            <a:xfrm>
              <a:off x="1948600" y="1277925"/>
              <a:ext cx="194275" cy="170150"/>
            </a:xfrm>
            <a:custGeom>
              <a:avLst/>
              <a:gdLst/>
              <a:ahLst/>
              <a:cxnLst/>
              <a:rect l="l" t="t" r="r" b="b"/>
              <a:pathLst>
                <a:path w="7771" h="6806" extrusionOk="0">
                  <a:moveTo>
                    <a:pt x="3887" y="1"/>
                  </a:moveTo>
                  <a:cubicBezTo>
                    <a:pt x="3316" y="1"/>
                    <a:pt x="2736" y="144"/>
                    <a:pt x="2204" y="446"/>
                  </a:cubicBezTo>
                  <a:cubicBezTo>
                    <a:pt x="571" y="1380"/>
                    <a:pt x="1" y="3455"/>
                    <a:pt x="935" y="5088"/>
                  </a:cubicBezTo>
                  <a:cubicBezTo>
                    <a:pt x="1558" y="6188"/>
                    <a:pt x="2708" y="6806"/>
                    <a:pt x="3889" y="6806"/>
                  </a:cubicBezTo>
                  <a:cubicBezTo>
                    <a:pt x="4460" y="6806"/>
                    <a:pt x="5038" y="6661"/>
                    <a:pt x="5567" y="6356"/>
                  </a:cubicBezTo>
                  <a:cubicBezTo>
                    <a:pt x="7200" y="5422"/>
                    <a:pt x="7770" y="3347"/>
                    <a:pt x="6846" y="1714"/>
                  </a:cubicBezTo>
                  <a:cubicBezTo>
                    <a:pt x="6216" y="614"/>
                    <a:pt x="5068" y="1"/>
                    <a:pt x="388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2880;p47">
              <a:extLst>
                <a:ext uri="{FF2B5EF4-FFF2-40B4-BE49-F238E27FC236}">
                  <a16:creationId xmlns:a16="http://schemas.microsoft.com/office/drawing/2014/main" id="{1E744543-FDBC-1351-6B92-BDF9CA079167}"/>
                </a:ext>
              </a:extLst>
            </p:cNvPr>
            <p:cNvSpPr/>
            <p:nvPr/>
          </p:nvSpPr>
          <p:spPr>
            <a:xfrm>
              <a:off x="1000525" y="1807125"/>
              <a:ext cx="179025" cy="170125"/>
            </a:xfrm>
            <a:custGeom>
              <a:avLst/>
              <a:gdLst/>
              <a:ahLst/>
              <a:cxnLst/>
              <a:rect l="l" t="t" r="r" b="b"/>
              <a:pathLst>
                <a:path w="7161" h="6805" extrusionOk="0">
                  <a:moveTo>
                    <a:pt x="3587" y="0"/>
                  </a:moveTo>
                  <a:cubicBezTo>
                    <a:pt x="3468" y="0"/>
                    <a:pt x="3348" y="6"/>
                    <a:pt x="3227" y="19"/>
                  </a:cubicBezTo>
                  <a:cubicBezTo>
                    <a:pt x="1358" y="216"/>
                    <a:pt x="1" y="1888"/>
                    <a:pt x="198" y="3756"/>
                  </a:cubicBezTo>
                  <a:cubicBezTo>
                    <a:pt x="382" y="5504"/>
                    <a:pt x="1856" y="6804"/>
                    <a:pt x="3575" y="6804"/>
                  </a:cubicBezTo>
                  <a:cubicBezTo>
                    <a:pt x="3694" y="6804"/>
                    <a:pt x="3814" y="6798"/>
                    <a:pt x="3935" y="6785"/>
                  </a:cubicBezTo>
                  <a:cubicBezTo>
                    <a:pt x="5803" y="6589"/>
                    <a:pt x="7161" y="4917"/>
                    <a:pt x="6964" y="3048"/>
                  </a:cubicBezTo>
                  <a:cubicBezTo>
                    <a:pt x="6780" y="1301"/>
                    <a:pt x="5306" y="0"/>
                    <a:pt x="358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2881;p47">
              <a:extLst>
                <a:ext uri="{FF2B5EF4-FFF2-40B4-BE49-F238E27FC236}">
                  <a16:creationId xmlns:a16="http://schemas.microsoft.com/office/drawing/2014/main" id="{963B2CBF-261D-B37C-3C22-175E72D83681}"/>
                </a:ext>
              </a:extLst>
            </p:cNvPr>
            <p:cNvSpPr/>
            <p:nvPr/>
          </p:nvSpPr>
          <p:spPr>
            <a:xfrm>
              <a:off x="921375" y="1138825"/>
              <a:ext cx="203100" cy="316450"/>
            </a:xfrm>
            <a:custGeom>
              <a:avLst/>
              <a:gdLst/>
              <a:ahLst/>
              <a:cxnLst/>
              <a:rect l="l" t="t" r="r" b="b"/>
              <a:pathLst>
                <a:path w="8124" h="12658" extrusionOk="0">
                  <a:moveTo>
                    <a:pt x="4623" y="3600"/>
                  </a:moveTo>
                  <a:cubicBezTo>
                    <a:pt x="5203" y="3600"/>
                    <a:pt x="5783" y="3777"/>
                    <a:pt x="6265" y="4112"/>
                  </a:cubicBezTo>
                  <a:cubicBezTo>
                    <a:pt x="6658" y="4387"/>
                    <a:pt x="6914" y="4731"/>
                    <a:pt x="6993" y="5095"/>
                  </a:cubicBezTo>
                  <a:cubicBezTo>
                    <a:pt x="7081" y="5498"/>
                    <a:pt x="6914" y="5941"/>
                    <a:pt x="6589" y="6118"/>
                  </a:cubicBezTo>
                  <a:cubicBezTo>
                    <a:pt x="6483" y="6173"/>
                    <a:pt x="6370" y="6198"/>
                    <a:pt x="6254" y="6198"/>
                  </a:cubicBezTo>
                  <a:cubicBezTo>
                    <a:pt x="5796" y="6198"/>
                    <a:pt x="5303" y="5801"/>
                    <a:pt x="5036" y="5321"/>
                  </a:cubicBezTo>
                  <a:cubicBezTo>
                    <a:pt x="4750" y="4800"/>
                    <a:pt x="4603" y="4200"/>
                    <a:pt x="4623" y="3600"/>
                  </a:cubicBezTo>
                  <a:close/>
                  <a:moveTo>
                    <a:pt x="2439" y="8114"/>
                  </a:moveTo>
                  <a:cubicBezTo>
                    <a:pt x="2762" y="8114"/>
                    <a:pt x="3084" y="8197"/>
                    <a:pt x="3373" y="8360"/>
                  </a:cubicBezTo>
                  <a:cubicBezTo>
                    <a:pt x="3934" y="8665"/>
                    <a:pt x="4357" y="9177"/>
                    <a:pt x="4544" y="9796"/>
                  </a:cubicBezTo>
                  <a:cubicBezTo>
                    <a:pt x="4623" y="10091"/>
                    <a:pt x="4603" y="10465"/>
                    <a:pt x="4377" y="10583"/>
                  </a:cubicBezTo>
                  <a:cubicBezTo>
                    <a:pt x="4292" y="10625"/>
                    <a:pt x="4200" y="10645"/>
                    <a:pt x="4110" y="10645"/>
                  </a:cubicBezTo>
                  <a:cubicBezTo>
                    <a:pt x="4053" y="10645"/>
                    <a:pt x="3997" y="10637"/>
                    <a:pt x="3944" y="10622"/>
                  </a:cubicBezTo>
                  <a:cubicBezTo>
                    <a:pt x="3029" y="10465"/>
                    <a:pt x="2174" y="9776"/>
                    <a:pt x="1692" y="8832"/>
                  </a:cubicBezTo>
                  <a:cubicBezTo>
                    <a:pt x="1623" y="8685"/>
                    <a:pt x="1554" y="8527"/>
                    <a:pt x="1505" y="8370"/>
                  </a:cubicBezTo>
                  <a:cubicBezTo>
                    <a:pt x="1623" y="8301"/>
                    <a:pt x="1761" y="8232"/>
                    <a:pt x="1898" y="8193"/>
                  </a:cubicBezTo>
                  <a:cubicBezTo>
                    <a:pt x="2075" y="8140"/>
                    <a:pt x="2258" y="8114"/>
                    <a:pt x="2439" y="8114"/>
                  </a:cubicBezTo>
                  <a:close/>
                  <a:moveTo>
                    <a:pt x="8045" y="1"/>
                  </a:moveTo>
                  <a:cubicBezTo>
                    <a:pt x="6767" y="11"/>
                    <a:pt x="5576" y="679"/>
                    <a:pt x="4898" y="1771"/>
                  </a:cubicBezTo>
                  <a:cubicBezTo>
                    <a:pt x="4613" y="2253"/>
                    <a:pt x="4436" y="2794"/>
                    <a:pt x="4396" y="3354"/>
                  </a:cubicBezTo>
                  <a:cubicBezTo>
                    <a:pt x="3492" y="3404"/>
                    <a:pt x="2636" y="3797"/>
                    <a:pt x="2026" y="4456"/>
                  </a:cubicBezTo>
                  <a:cubicBezTo>
                    <a:pt x="1111" y="5449"/>
                    <a:pt x="816" y="6934"/>
                    <a:pt x="1220" y="8282"/>
                  </a:cubicBezTo>
                  <a:cubicBezTo>
                    <a:pt x="669" y="8714"/>
                    <a:pt x="305" y="9324"/>
                    <a:pt x="187" y="10012"/>
                  </a:cubicBezTo>
                  <a:cubicBezTo>
                    <a:pt x="0" y="10957"/>
                    <a:pt x="217" y="11920"/>
                    <a:pt x="433" y="12658"/>
                  </a:cubicBezTo>
                  <a:lnTo>
                    <a:pt x="669" y="12589"/>
                  </a:lnTo>
                  <a:cubicBezTo>
                    <a:pt x="462" y="11881"/>
                    <a:pt x="246" y="10947"/>
                    <a:pt x="423" y="10062"/>
                  </a:cubicBezTo>
                  <a:cubicBezTo>
                    <a:pt x="521" y="9462"/>
                    <a:pt x="836" y="8921"/>
                    <a:pt x="1298" y="8527"/>
                  </a:cubicBezTo>
                  <a:cubicBezTo>
                    <a:pt x="1348" y="8665"/>
                    <a:pt x="1407" y="8803"/>
                    <a:pt x="1475" y="8940"/>
                  </a:cubicBezTo>
                  <a:cubicBezTo>
                    <a:pt x="1997" y="9973"/>
                    <a:pt x="2901" y="10691"/>
                    <a:pt x="3895" y="10858"/>
                  </a:cubicBezTo>
                  <a:cubicBezTo>
                    <a:pt x="3969" y="10876"/>
                    <a:pt x="4042" y="10885"/>
                    <a:pt x="4115" y="10885"/>
                  </a:cubicBezTo>
                  <a:cubicBezTo>
                    <a:pt x="4246" y="10885"/>
                    <a:pt x="4375" y="10856"/>
                    <a:pt x="4495" y="10799"/>
                  </a:cubicBezTo>
                  <a:cubicBezTo>
                    <a:pt x="4859" y="10593"/>
                    <a:pt x="4878" y="10101"/>
                    <a:pt x="4770" y="9737"/>
                  </a:cubicBezTo>
                  <a:cubicBezTo>
                    <a:pt x="4573" y="9058"/>
                    <a:pt x="4111" y="8488"/>
                    <a:pt x="3482" y="8154"/>
                  </a:cubicBezTo>
                  <a:cubicBezTo>
                    <a:pt x="3163" y="7966"/>
                    <a:pt x="2801" y="7870"/>
                    <a:pt x="2436" y="7870"/>
                  </a:cubicBezTo>
                  <a:cubicBezTo>
                    <a:pt x="2226" y="7870"/>
                    <a:pt x="2015" y="7902"/>
                    <a:pt x="1810" y="7967"/>
                  </a:cubicBezTo>
                  <a:cubicBezTo>
                    <a:pt x="1682" y="8006"/>
                    <a:pt x="1554" y="8065"/>
                    <a:pt x="1426" y="8134"/>
                  </a:cubicBezTo>
                  <a:cubicBezTo>
                    <a:pt x="1092" y="6905"/>
                    <a:pt x="1377" y="5518"/>
                    <a:pt x="2193" y="4623"/>
                  </a:cubicBezTo>
                  <a:cubicBezTo>
                    <a:pt x="2764" y="4023"/>
                    <a:pt x="3551" y="3659"/>
                    <a:pt x="4377" y="3610"/>
                  </a:cubicBezTo>
                  <a:lnTo>
                    <a:pt x="4377" y="3610"/>
                  </a:lnTo>
                  <a:cubicBezTo>
                    <a:pt x="4367" y="4259"/>
                    <a:pt x="4524" y="4889"/>
                    <a:pt x="4829" y="5449"/>
                  </a:cubicBezTo>
                  <a:cubicBezTo>
                    <a:pt x="5135" y="6008"/>
                    <a:pt x="5698" y="6448"/>
                    <a:pt x="6248" y="6448"/>
                  </a:cubicBezTo>
                  <a:cubicBezTo>
                    <a:pt x="6404" y="6448"/>
                    <a:pt x="6560" y="6413"/>
                    <a:pt x="6707" y="6334"/>
                  </a:cubicBezTo>
                  <a:cubicBezTo>
                    <a:pt x="7130" y="6108"/>
                    <a:pt x="7357" y="5577"/>
                    <a:pt x="7239" y="5036"/>
                  </a:cubicBezTo>
                  <a:cubicBezTo>
                    <a:pt x="7121" y="4505"/>
                    <a:pt x="6717" y="4131"/>
                    <a:pt x="6412" y="3915"/>
                  </a:cubicBezTo>
                  <a:cubicBezTo>
                    <a:pt x="5891" y="3551"/>
                    <a:pt x="5272" y="3354"/>
                    <a:pt x="4642" y="3354"/>
                  </a:cubicBezTo>
                  <a:cubicBezTo>
                    <a:pt x="4682" y="2833"/>
                    <a:pt x="4839" y="2341"/>
                    <a:pt x="5104" y="1899"/>
                  </a:cubicBezTo>
                  <a:cubicBezTo>
                    <a:pt x="5744" y="872"/>
                    <a:pt x="6860" y="246"/>
                    <a:pt x="8058" y="246"/>
                  </a:cubicBezTo>
                  <a:cubicBezTo>
                    <a:pt x="8077" y="246"/>
                    <a:pt x="8095" y="246"/>
                    <a:pt x="8114" y="247"/>
                  </a:cubicBezTo>
                  <a:lnTo>
                    <a:pt x="812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2882;p47">
              <a:extLst>
                <a:ext uri="{FF2B5EF4-FFF2-40B4-BE49-F238E27FC236}">
                  <a16:creationId xmlns:a16="http://schemas.microsoft.com/office/drawing/2014/main" id="{AD30C2E6-CCD9-1289-4885-BA00F6676E4B}"/>
                </a:ext>
              </a:extLst>
            </p:cNvPr>
            <p:cNvSpPr/>
            <p:nvPr/>
          </p:nvSpPr>
          <p:spPr>
            <a:xfrm>
              <a:off x="1769375" y="999450"/>
              <a:ext cx="194250" cy="150475"/>
            </a:xfrm>
            <a:custGeom>
              <a:avLst/>
              <a:gdLst/>
              <a:ahLst/>
              <a:cxnLst/>
              <a:rect l="l" t="t" r="r" b="b"/>
              <a:pathLst>
                <a:path w="7770" h="6019" extrusionOk="0">
                  <a:moveTo>
                    <a:pt x="4446" y="1789"/>
                  </a:moveTo>
                  <a:lnTo>
                    <a:pt x="4446" y="1789"/>
                  </a:lnTo>
                  <a:cubicBezTo>
                    <a:pt x="4554" y="2360"/>
                    <a:pt x="4465" y="2940"/>
                    <a:pt x="4200" y="3451"/>
                  </a:cubicBezTo>
                  <a:cubicBezTo>
                    <a:pt x="3924" y="4012"/>
                    <a:pt x="3472" y="4396"/>
                    <a:pt x="3000" y="4474"/>
                  </a:cubicBezTo>
                  <a:cubicBezTo>
                    <a:pt x="2942" y="4484"/>
                    <a:pt x="2883" y="4489"/>
                    <a:pt x="2825" y="4489"/>
                  </a:cubicBezTo>
                  <a:cubicBezTo>
                    <a:pt x="2588" y="4489"/>
                    <a:pt x="2354" y="4410"/>
                    <a:pt x="2164" y="4268"/>
                  </a:cubicBezTo>
                  <a:cubicBezTo>
                    <a:pt x="1987" y="4140"/>
                    <a:pt x="1859" y="3943"/>
                    <a:pt x="1839" y="3717"/>
                  </a:cubicBezTo>
                  <a:cubicBezTo>
                    <a:pt x="1790" y="3215"/>
                    <a:pt x="2233" y="2792"/>
                    <a:pt x="2626" y="2527"/>
                  </a:cubicBezTo>
                  <a:cubicBezTo>
                    <a:pt x="3157" y="2143"/>
                    <a:pt x="3787" y="1888"/>
                    <a:pt x="4446" y="1789"/>
                  </a:cubicBezTo>
                  <a:close/>
                  <a:moveTo>
                    <a:pt x="2674" y="1"/>
                  </a:moveTo>
                  <a:cubicBezTo>
                    <a:pt x="2371" y="1"/>
                    <a:pt x="2073" y="54"/>
                    <a:pt x="1800" y="167"/>
                  </a:cubicBezTo>
                  <a:cubicBezTo>
                    <a:pt x="1004" y="471"/>
                    <a:pt x="364" y="1071"/>
                    <a:pt x="0" y="1829"/>
                  </a:cubicBezTo>
                  <a:lnTo>
                    <a:pt x="227" y="1937"/>
                  </a:lnTo>
                  <a:cubicBezTo>
                    <a:pt x="561" y="1229"/>
                    <a:pt x="1151" y="678"/>
                    <a:pt x="1879" y="393"/>
                  </a:cubicBezTo>
                  <a:cubicBezTo>
                    <a:pt x="2140" y="292"/>
                    <a:pt x="2423" y="241"/>
                    <a:pt x="2709" y="241"/>
                  </a:cubicBezTo>
                  <a:cubicBezTo>
                    <a:pt x="2757" y="241"/>
                    <a:pt x="2805" y="242"/>
                    <a:pt x="2852" y="245"/>
                  </a:cubicBezTo>
                  <a:cubicBezTo>
                    <a:pt x="3492" y="314"/>
                    <a:pt x="4101" y="806"/>
                    <a:pt x="4347" y="1455"/>
                  </a:cubicBezTo>
                  <a:cubicBezTo>
                    <a:pt x="4357" y="1494"/>
                    <a:pt x="4367" y="1524"/>
                    <a:pt x="4377" y="1553"/>
                  </a:cubicBezTo>
                  <a:cubicBezTo>
                    <a:pt x="3688" y="1661"/>
                    <a:pt x="3039" y="1927"/>
                    <a:pt x="2479" y="2330"/>
                  </a:cubicBezTo>
                  <a:cubicBezTo>
                    <a:pt x="2036" y="2635"/>
                    <a:pt x="1525" y="3127"/>
                    <a:pt x="1584" y="3746"/>
                  </a:cubicBezTo>
                  <a:cubicBezTo>
                    <a:pt x="1623" y="4032"/>
                    <a:pt x="1771" y="4297"/>
                    <a:pt x="2007" y="4464"/>
                  </a:cubicBezTo>
                  <a:cubicBezTo>
                    <a:pt x="2245" y="4639"/>
                    <a:pt x="2528" y="4737"/>
                    <a:pt x="2820" y="4737"/>
                  </a:cubicBezTo>
                  <a:cubicBezTo>
                    <a:pt x="2890" y="4737"/>
                    <a:pt x="2960" y="4731"/>
                    <a:pt x="3029" y="4720"/>
                  </a:cubicBezTo>
                  <a:cubicBezTo>
                    <a:pt x="3590" y="4622"/>
                    <a:pt x="4092" y="4199"/>
                    <a:pt x="4416" y="3560"/>
                  </a:cubicBezTo>
                  <a:cubicBezTo>
                    <a:pt x="4692" y="3009"/>
                    <a:pt x="4790" y="2379"/>
                    <a:pt x="4682" y="1770"/>
                  </a:cubicBezTo>
                  <a:cubicBezTo>
                    <a:pt x="4726" y="1767"/>
                    <a:pt x="4771" y="1766"/>
                    <a:pt x="4815" y="1766"/>
                  </a:cubicBezTo>
                  <a:cubicBezTo>
                    <a:pt x="5122" y="1766"/>
                    <a:pt x="5422" y="1825"/>
                    <a:pt x="5714" y="1937"/>
                  </a:cubicBezTo>
                  <a:cubicBezTo>
                    <a:pt x="6383" y="2202"/>
                    <a:pt x="6954" y="2832"/>
                    <a:pt x="7229" y="3619"/>
                  </a:cubicBezTo>
                  <a:cubicBezTo>
                    <a:pt x="7475" y="4297"/>
                    <a:pt x="7514" y="5094"/>
                    <a:pt x="7357" y="5979"/>
                  </a:cubicBezTo>
                  <a:lnTo>
                    <a:pt x="7603" y="6018"/>
                  </a:lnTo>
                  <a:cubicBezTo>
                    <a:pt x="7770" y="5094"/>
                    <a:pt x="7721" y="4258"/>
                    <a:pt x="7465" y="3540"/>
                  </a:cubicBezTo>
                  <a:cubicBezTo>
                    <a:pt x="7160" y="2694"/>
                    <a:pt x="6541" y="2006"/>
                    <a:pt x="5803" y="1711"/>
                  </a:cubicBezTo>
                  <a:cubicBezTo>
                    <a:pt x="5491" y="1588"/>
                    <a:pt x="5160" y="1526"/>
                    <a:pt x="4824" y="1526"/>
                  </a:cubicBezTo>
                  <a:cubicBezTo>
                    <a:pt x="4757" y="1526"/>
                    <a:pt x="4690" y="1529"/>
                    <a:pt x="4623" y="1534"/>
                  </a:cubicBezTo>
                  <a:cubicBezTo>
                    <a:pt x="4613" y="1475"/>
                    <a:pt x="4593" y="1425"/>
                    <a:pt x="4574" y="1376"/>
                  </a:cubicBezTo>
                  <a:cubicBezTo>
                    <a:pt x="4288" y="639"/>
                    <a:pt x="3620" y="88"/>
                    <a:pt x="2882" y="9"/>
                  </a:cubicBezTo>
                  <a:cubicBezTo>
                    <a:pt x="2813" y="4"/>
                    <a:pt x="2743" y="1"/>
                    <a:pt x="26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5153428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theme/theme1.xml><?xml version="1.0" encoding="utf-8"?>
<a:theme xmlns:a="http://schemas.openxmlformats.org/drawingml/2006/main" name="Film Script Project Proposal by Slidesgo">
  <a:themeElements>
    <a:clrScheme name="Simple Light">
      <a:dk1>
        <a:srgbClr val="9E855C"/>
      </a:dk1>
      <a:lt1>
        <a:srgbClr val="385963"/>
      </a:lt1>
      <a:dk2>
        <a:srgbClr val="F7F9F5"/>
      </a:dk2>
      <a:lt2>
        <a:srgbClr val="17262A"/>
      </a:lt2>
      <a:accent1>
        <a:srgbClr val="46656F"/>
      </a:accent1>
      <a:accent2>
        <a:srgbClr val="6A8A95"/>
      </a:accent2>
      <a:accent3>
        <a:srgbClr val="A5B7BD"/>
      </a:accent3>
      <a:accent4>
        <a:srgbClr val="C5CFD3"/>
      </a:accent4>
      <a:accent5>
        <a:srgbClr val="C6B9A3"/>
      </a:accent5>
      <a:accent6>
        <a:srgbClr val="FFFFFF"/>
      </a:accent6>
      <a:hlink>
        <a:srgbClr val="17262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391</TotalTime>
  <Words>518</Words>
  <Application>Microsoft Office PowerPoint</Application>
  <PresentationFormat>On-screen Show (16:9)</PresentationFormat>
  <Paragraphs>76</Paragraphs>
  <Slides>13</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Calibri</vt:lpstr>
      <vt:lpstr>Rajdhani</vt:lpstr>
      <vt:lpstr>Arial</vt:lpstr>
      <vt:lpstr>Goldman</vt:lpstr>
      <vt:lpstr>Wingdings</vt:lpstr>
      <vt:lpstr>Consolas</vt:lpstr>
      <vt:lpstr>Courier New</vt:lpstr>
      <vt:lpstr>Film Script Project Proposal by Slidesgo</vt:lpstr>
      <vt:lpstr>PowerPoint Presentation</vt:lpstr>
      <vt:lpstr>Agenda :</vt:lpstr>
      <vt:lpstr> Business Problem Statement:</vt:lpstr>
      <vt:lpstr>Objective:</vt:lpstr>
      <vt:lpstr>Dataset Overview :</vt:lpstr>
      <vt:lpstr>PowerPoint Presentation</vt:lpstr>
      <vt:lpstr>PowerPoint Presentation</vt:lpstr>
      <vt:lpstr>PowerPoint Presentation</vt:lpstr>
      <vt:lpstr>PowerPoint Presentation</vt:lpstr>
      <vt:lpstr>PowerPoint Presentation</vt:lpstr>
      <vt:lpstr>Main Key Insights :</vt:lpstr>
      <vt:lpstr>Conclusion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Annaveni sagar</cp:lastModifiedBy>
  <cp:revision>12</cp:revision>
  <dcterms:modified xsi:type="dcterms:W3CDTF">2026-01-05T09:43:49Z</dcterms:modified>
</cp:coreProperties>
</file>